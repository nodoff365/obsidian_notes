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56" r:id="rId2"/>
    <p:sldId id="721" r:id="rId3"/>
    <p:sldId id="718" r:id="rId4"/>
    <p:sldId id="681" r:id="rId5"/>
    <p:sldId id="722" r:id="rId6"/>
    <p:sldId id="723" r:id="rId7"/>
    <p:sldId id="725" r:id="rId8"/>
    <p:sldId id="724" r:id="rId9"/>
    <p:sldId id="726" r:id="rId10"/>
    <p:sldId id="728" r:id="rId11"/>
    <p:sldId id="727" r:id="rId12"/>
    <p:sldId id="729" r:id="rId13"/>
    <p:sldId id="730" r:id="rId14"/>
    <p:sldId id="731" r:id="rId15"/>
    <p:sldId id="732" r:id="rId16"/>
    <p:sldId id="733" r:id="rId17"/>
    <p:sldId id="734" r:id="rId18"/>
    <p:sldId id="735" r:id="rId19"/>
    <p:sldId id="736" r:id="rId20"/>
    <p:sldId id="738" r:id="rId21"/>
    <p:sldId id="737" r:id="rId22"/>
    <p:sldId id="739" r:id="rId23"/>
    <p:sldId id="740" r:id="rId24"/>
    <p:sldId id="741" r:id="rId25"/>
    <p:sldId id="742" r:id="rId26"/>
    <p:sldId id="743" r:id="rId27"/>
    <p:sldId id="744" r:id="rId28"/>
    <p:sldId id="745" r:id="rId29"/>
    <p:sldId id="746" r:id="rId30"/>
    <p:sldId id="747" r:id="rId31"/>
    <p:sldId id="748" r:id="rId32"/>
    <p:sldId id="749" r:id="rId33"/>
    <p:sldId id="750" r:id="rId34"/>
    <p:sldId id="751" r:id="rId35"/>
    <p:sldId id="752" r:id="rId36"/>
    <p:sldId id="753" r:id="rId37"/>
    <p:sldId id="754" r:id="rId38"/>
    <p:sldId id="755" r:id="rId39"/>
    <p:sldId id="756" r:id="rId40"/>
    <p:sldId id="757" r:id="rId41"/>
    <p:sldId id="758" r:id="rId42"/>
    <p:sldId id="759" r:id="rId43"/>
    <p:sldId id="760" r:id="rId44"/>
    <p:sldId id="761" r:id="rId45"/>
    <p:sldId id="762" r:id="rId46"/>
    <p:sldId id="763" r:id="rId47"/>
    <p:sldId id="764" r:id="rId48"/>
    <p:sldId id="765" r:id="rId49"/>
    <p:sldId id="766" r:id="rId50"/>
    <p:sldId id="768" r:id="rId51"/>
    <p:sldId id="767" r:id="rId52"/>
    <p:sldId id="769" r:id="rId53"/>
    <p:sldId id="770" r:id="rId54"/>
    <p:sldId id="771" r:id="rId55"/>
    <p:sldId id="772" r:id="rId56"/>
    <p:sldId id="773" r:id="rId57"/>
    <p:sldId id="774" r:id="rId58"/>
    <p:sldId id="775" r:id="rId59"/>
    <p:sldId id="776" r:id="rId60"/>
    <p:sldId id="777" r:id="rId61"/>
    <p:sldId id="780" r:id="rId62"/>
    <p:sldId id="778" r:id="rId63"/>
    <p:sldId id="779" r:id="rId64"/>
    <p:sldId id="781" r:id="rId65"/>
    <p:sldId id="782" r:id="rId66"/>
    <p:sldId id="783" r:id="rId67"/>
    <p:sldId id="784" r:id="rId68"/>
    <p:sldId id="785" r:id="rId69"/>
    <p:sldId id="786" r:id="rId70"/>
    <p:sldId id="787" r:id="rId71"/>
    <p:sldId id="788" r:id="rId72"/>
    <p:sldId id="789" r:id="rId73"/>
    <p:sldId id="790" r:id="rId74"/>
    <p:sldId id="791" r:id="rId75"/>
    <p:sldId id="792" r:id="rId76"/>
    <p:sldId id="793" r:id="rId77"/>
    <p:sldId id="794" r:id="rId78"/>
    <p:sldId id="795" r:id="rId79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수희" initials="이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D2EA"/>
    <a:srgbClr val="B5C7E5"/>
    <a:srgbClr val="85A3D5"/>
    <a:srgbClr val="ECECEC"/>
    <a:srgbClr val="3C67AE"/>
    <a:srgbClr val="638AC9"/>
    <a:srgbClr val="F7F1CD"/>
    <a:srgbClr val="A82954"/>
    <a:srgbClr val="D9D9D9"/>
    <a:srgbClr val="94B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4303" autoAdjust="0"/>
  </p:normalViewPr>
  <p:slideViewPr>
    <p:cSldViewPr>
      <p:cViewPr varScale="1">
        <p:scale>
          <a:sx n="104" d="100"/>
          <a:sy n="104" d="100"/>
        </p:scale>
        <p:origin x="2244" y="108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2025-02-24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4C1B5-EB92-45E6-AFCD-6AAB73579DF8}" type="datetimeFigureOut">
              <a:rPr lang="ko-KR" altLang="en-US" smtClean="0"/>
              <a:pPr/>
              <a:t>2025-02-24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137B9-5383-4519-A69D-AA54E0B9CE3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5055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A829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/>
          </a:p>
        </p:txBody>
      </p:sp>
      <p:pic>
        <p:nvPicPr>
          <p:cNvPr id="1028" name="Picture 4" descr="C:\Users\김현용\Desktop\제호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0688"/>
            <a:ext cx="1184921" cy="19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867AF77-CE30-3A74-94E0-B39796BA6D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36835" b="39518"/>
          <a:stretch/>
        </p:blipFill>
        <p:spPr>
          <a:xfrm>
            <a:off x="275467" y="2607307"/>
            <a:ext cx="4152517" cy="8919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6C24FC4-F349-FB67-AB28-25BCD86A0F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5750" b="37332"/>
          <a:stretch/>
        </p:blipFill>
        <p:spPr>
          <a:xfrm>
            <a:off x="275468" y="3615208"/>
            <a:ext cx="2251650" cy="92416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DBF3848-D65A-A230-5E1B-C2DABCF26A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556" r="22777"/>
          <a:stretch/>
        </p:blipFill>
        <p:spPr>
          <a:xfrm>
            <a:off x="275467" y="4604674"/>
            <a:ext cx="4910629" cy="43426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5B3EED-C9C2-C14F-AC8E-48F379986C93}"/>
              </a:ext>
            </a:extLst>
          </p:cNvPr>
          <p:cNvSpPr/>
          <p:nvPr userDrawn="1"/>
        </p:nvSpPr>
        <p:spPr>
          <a:xfrm>
            <a:off x="4572000" y="588437"/>
            <a:ext cx="864096" cy="104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 descr="일러스트레이션, 만화 영화이(가) 표시된 사진&#10;&#10;중간 신뢰도로 자동 생성된 설명">
            <a:extLst>
              <a:ext uri="{FF2B5EF4-FFF2-40B4-BE49-F238E27FC236}">
                <a16:creationId xmlns:a16="http://schemas.microsoft.com/office/drawing/2014/main" id="{23DC2B41-5FD5-5291-3203-0D16DD17777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117" y="494145"/>
            <a:ext cx="4480604" cy="43365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D1FD80F-A85E-26E2-746B-CAF189C869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840" y="5802629"/>
            <a:ext cx="8306320" cy="625958"/>
          </a:xfrm>
        </p:spPr>
        <p:txBody>
          <a:bodyPr/>
          <a:lstStyle/>
          <a:p>
            <a:pPr algn="l" eaLnBrk="1" hangingPunct="1"/>
            <a:endParaRPr lang="ko-KR" altLang="en-US" sz="32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4DE4C-3B84-F357-9DF3-043BDE258D26}"/>
              </a:ext>
            </a:extLst>
          </p:cNvPr>
          <p:cNvSpPr txBox="1"/>
          <p:nvPr userDrawn="1"/>
        </p:nvSpPr>
        <p:spPr>
          <a:xfrm>
            <a:off x="194947" y="685907"/>
            <a:ext cx="4248472" cy="1137796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rtlCol="0" anchor="ctr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lang="ko-KR" altLang="en-US" sz="1200" b="1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강의교안</a:t>
            </a:r>
            <a:r>
              <a:rPr lang="ko-KR" altLang="en-US" sz="12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 이용 안내</a:t>
            </a:r>
            <a:r>
              <a:rPr lang="en-US" altLang="ko-KR" sz="12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본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  <a:ea typeface="+mn-ea"/>
              </a:rPr>
              <a:t>강의교안의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 저작권은 </a:t>
            </a:r>
            <a:r>
              <a:rPr lang="ko-KR" altLang="en-US" sz="1200" b="1" dirty="0" err="1">
                <a:solidFill>
                  <a:schemeClr val="tx1"/>
                </a:solidFill>
                <a:latin typeface="+mn-ea"/>
                <a:ea typeface="+mn-ea"/>
              </a:rPr>
              <a:t>한빛아카데미㈜에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 있습니다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이 자료는 강의 보조자료로 제공되는 것으로</a:t>
            </a:r>
            <a:endParaRPr lang="en-US" altLang="ko-KR" sz="1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무단으로 전제하거나 배포하는 것을 금합니다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.</a:t>
            </a:r>
            <a:endParaRPr lang="ko-KR" altLang="en-US" sz="1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381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804903"/>
            <a:ext cx="4085697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A82954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A829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 latinLnBrk="0">
              <a:lnSpc>
                <a:spcPct val="150000"/>
              </a:lnSpc>
              <a:buFont typeface="Arial" pitchFamily="34" charset="0"/>
              <a:buChar char="•"/>
              <a:defRPr sz="20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FA1E3D13-12BE-52FA-CB04-6A61A0364D87}"/>
              </a:ext>
            </a:extLst>
          </p:cNvPr>
          <p:cNvSpPr txBox="1"/>
          <p:nvPr userDrawn="1"/>
        </p:nvSpPr>
        <p:spPr>
          <a:xfrm>
            <a:off x="755576" y="804903"/>
            <a:ext cx="4085697" cy="6463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A82954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3" name="모서리가 둥근 직사각형 8">
            <a:extLst>
              <a:ext uri="{FF2B5EF4-FFF2-40B4-BE49-F238E27FC236}">
                <a16:creationId xmlns:a16="http://schemas.microsoft.com/office/drawing/2014/main" id="{6D9E0964-D3AA-4906-76A2-C795D857AB90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A829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 baseline="0">
                <a:solidFill>
                  <a:srgbClr val="A82954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rgbClr val="A82954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" name="모서리가 둥근 직사각형 8">
            <a:extLst>
              <a:ext uri="{FF2B5EF4-FFF2-40B4-BE49-F238E27FC236}">
                <a16:creationId xmlns:a16="http://schemas.microsoft.com/office/drawing/2014/main" id="{E9961678-17E4-09F8-353B-ABFCE40059CE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A8295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5169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rgbClr val="A82954">
                <a:alpha val="74902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cxnSpLocks/>
          </p:cNvCxnSpPr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rgbClr val="A82954">
                <a:alpha val="50196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rgbClr val="D9D9D9">
                <a:alpha val="25098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cxnSpLocks/>
          </p:cNvCxnSpPr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rgbClr val="A8295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 hasCustomPrompt="1"/>
          </p:nvPr>
        </p:nvSpPr>
        <p:spPr>
          <a:xfrm>
            <a:off x="539552" y="1196752"/>
            <a:ext cx="8208912" cy="5400600"/>
          </a:xfrm>
          <a:ln>
            <a:noFill/>
          </a:ln>
        </p:spPr>
        <p:txBody>
          <a:bodyPr/>
          <a:lstStyle>
            <a:lvl1pPr marL="342900" indent="-342900" latinLnBrk="0">
              <a:lnSpc>
                <a:spcPts val="25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itchFamily="2" charset="2"/>
              <a:buChar char="n"/>
              <a:defRPr sz="2000" b="1">
                <a:solidFill>
                  <a:srgbClr val="A82954"/>
                </a:solidFill>
                <a:latin typeface="+mn-ea"/>
                <a:ea typeface="+mn-ea"/>
              </a:defRPr>
            </a:lvl1pPr>
            <a:lvl2pPr marL="288000" indent="-180975" latinLnBrk="0">
              <a:lnSpc>
                <a:spcPts val="2500"/>
              </a:lnSpc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700" b="1">
                <a:solidFill>
                  <a:srgbClr val="A82954"/>
                </a:solidFill>
              </a:defRPr>
            </a:lvl2pPr>
            <a:lvl3pPr marL="446400" indent="-180975" latinLnBrk="0">
              <a:lnSpc>
                <a:spcPts val="2500"/>
              </a:lnSpc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532800" indent="-180975" latinLnBrk="0">
              <a:lnSpc>
                <a:spcPts val="2500"/>
              </a:lnSpc>
              <a:spcAft>
                <a:spcPts val="300"/>
              </a:spcAft>
              <a:buSzPct val="96000"/>
              <a:defRPr sz="1600"/>
            </a:lvl4pPr>
            <a:lvl5pPr marL="619200" indent="-180975" latinLnBrk="0">
              <a:lnSpc>
                <a:spcPts val="25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78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rgbClr val="A82954">
                <a:alpha val="74902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cxnSpLocks/>
          </p:cNvCxnSpPr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rgbClr val="A82954">
                <a:alpha val="50196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rgbClr val="D9D9D9">
                <a:alpha val="25098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cxnSpLocks/>
          </p:cNvCxnSpPr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rgbClr val="A8295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 hasCustomPrompt="1"/>
          </p:nvPr>
        </p:nvSpPr>
        <p:spPr>
          <a:xfrm>
            <a:off x="539552" y="1196752"/>
            <a:ext cx="3924944" cy="5400600"/>
          </a:xfrm>
          <a:ln>
            <a:noFill/>
          </a:ln>
        </p:spPr>
        <p:txBody>
          <a:bodyPr/>
          <a:lstStyle>
            <a:lvl1pPr marL="342900" indent="-342900" latinLnBrk="0">
              <a:lnSpc>
                <a:spcPts val="25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itchFamily="2" charset="2"/>
              <a:buChar char="n"/>
              <a:defRPr sz="2000" b="1">
                <a:solidFill>
                  <a:srgbClr val="A82954"/>
                </a:solidFill>
                <a:latin typeface="+mn-ea"/>
                <a:ea typeface="+mn-ea"/>
              </a:defRPr>
            </a:lvl1pPr>
            <a:lvl2pPr marL="288000" indent="-180975" latinLnBrk="0">
              <a:lnSpc>
                <a:spcPts val="2500"/>
              </a:lnSpc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700" b="1">
                <a:solidFill>
                  <a:srgbClr val="A82954"/>
                </a:solidFill>
              </a:defRPr>
            </a:lvl2pPr>
            <a:lvl3pPr marL="446400" indent="-180975" latinLnBrk="0">
              <a:lnSpc>
                <a:spcPts val="2500"/>
              </a:lnSpc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532800" indent="-180975" latinLnBrk="0">
              <a:lnSpc>
                <a:spcPts val="2500"/>
              </a:lnSpc>
              <a:spcAft>
                <a:spcPts val="300"/>
              </a:spcAft>
              <a:buSzPct val="96000"/>
              <a:defRPr sz="1600"/>
            </a:lvl4pPr>
            <a:lvl5pPr marL="619200" indent="-180975" latinLnBrk="0">
              <a:lnSpc>
                <a:spcPts val="25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78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F6232-0938-0833-A2FF-D9CAF889BB0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464496" y="1196752"/>
            <a:ext cx="4283968" cy="5400600"/>
          </a:xfrm>
          <a:ln>
            <a:noFill/>
          </a:ln>
        </p:spPr>
        <p:txBody>
          <a:bodyPr/>
          <a:lstStyle>
            <a:lvl1pPr marL="0" indent="0" latinLnBrk="0">
              <a:lnSpc>
                <a:spcPts val="25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itchFamily="2" charset="2"/>
              <a:buNone/>
              <a:defRPr sz="2000" b="1">
                <a:solidFill>
                  <a:srgbClr val="A82954"/>
                </a:solidFill>
                <a:latin typeface="+mn-ea"/>
                <a:ea typeface="+mn-ea"/>
              </a:defRPr>
            </a:lvl1pPr>
            <a:lvl2pPr marL="288000" indent="-180975" latinLnBrk="0">
              <a:lnSpc>
                <a:spcPts val="2500"/>
              </a:lnSpc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700" b="1">
                <a:solidFill>
                  <a:srgbClr val="A82954"/>
                </a:solidFill>
              </a:defRPr>
            </a:lvl2pPr>
            <a:lvl3pPr marL="446400" indent="-180975" latinLnBrk="0">
              <a:lnSpc>
                <a:spcPts val="2500"/>
              </a:lnSpc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532800" indent="-180975" latinLnBrk="0">
              <a:lnSpc>
                <a:spcPts val="2500"/>
              </a:lnSpc>
              <a:spcAft>
                <a:spcPts val="300"/>
              </a:spcAft>
              <a:buSzPct val="96000"/>
              <a:defRPr sz="1600"/>
            </a:lvl4pPr>
            <a:lvl5pPr marL="619200" indent="-180975" latinLnBrk="0">
              <a:lnSpc>
                <a:spcPts val="2500"/>
              </a:lnSpc>
              <a:defRPr sz="14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93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rgbClr val="A82954">
                <a:alpha val="74902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cxnSpLocks/>
          </p:cNvCxnSpPr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rgbClr val="A82954">
                <a:alpha val="50196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rgbClr val="D9D9D9">
                <a:alpha val="25098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cxnSpLocks/>
          </p:cNvCxnSpPr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rgbClr val="A8295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 hasCustomPrompt="1"/>
          </p:nvPr>
        </p:nvSpPr>
        <p:spPr>
          <a:xfrm>
            <a:off x="539552" y="1196751"/>
            <a:ext cx="8208912" cy="2376259"/>
          </a:xfrm>
          <a:ln>
            <a:noFill/>
          </a:ln>
        </p:spPr>
        <p:txBody>
          <a:bodyPr/>
          <a:lstStyle>
            <a:lvl1pPr marL="342900" indent="-342900" latinLnBrk="0">
              <a:lnSpc>
                <a:spcPts val="25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itchFamily="2" charset="2"/>
              <a:buChar char="n"/>
              <a:defRPr sz="2000" b="1">
                <a:solidFill>
                  <a:srgbClr val="A82954"/>
                </a:solidFill>
                <a:latin typeface="+mn-ea"/>
                <a:ea typeface="+mn-ea"/>
              </a:defRPr>
            </a:lvl1pPr>
            <a:lvl2pPr marL="288000" indent="-180975" latinLnBrk="0">
              <a:lnSpc>
                <a:spcPts val="2500"/>
              </a:lnSpc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700" b="1">
                <a:solidFill>
                  <a:srgbClr val="A82954"/>
                </a:solidFill>
              </a:defRPr>
            </a:lvl2pPr>
            <a:lvl3pPr marL="446400" indent="-180975" latinLnBrk="0">
              <a:lnSpc>
                <a:spcPts val="2500"/>
              </a:lnSpc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532800" indent="-180975" latinLnBrk="0">
              <a:lnSpc>
                <a:spcPts val="2500"/>
              </a:lnSpc>
              <a:spcAft>
                <a:spcPts val="300"/>
              </a:spcAft>
              <a:buSzPct val="96000"/>
              <a:defRPr sz="1600"/>
            </a:lvl4pPr>
            <a:lvl5pPr marL="619200" indent="-180975" latinLnBrk="0">
              <a:lnSpc>
                <a:spcPts val="25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78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F6232-0938-0833-A2FF-D9CAF889BB0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39552" y="3685760"/>
            <a:ext cx="8208912" cy="2911592"/>
          </a:xfrm>
          <a:ln>
            <a:noFill/>
          </a:ln>
        </p:spPr>
        <p:txBody>
          <a:bodyPr/>
          <a:lstStyle>
            <a:lvl1pPr marL="0" indent="0" latinLnBrk="0">
              <a:lnSpc>
                <a:spcPts val="25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itchFamily="2" charset="2"/>
              <a:buNone/>
              <a:defRPr sz="2000" b="1">
                <a:solidFill>
                  <a:srgbClr val="A82954"/>
                </a:solidFill>
                <a:latin typeface="+mn-ea"/>
                <a:ea typeface="+mn-ea"/>
              </a:defRPr>
            </a:lvl1pPr>
            <a:lvl2pPr marL="288000" indent="-180975" latinLnBrk="0">
              <a:lnSpc>
                <a:spcPts val="2500"/>
              </a:lnSpc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700" b="1">
                <a:solidFill>
                  <a:srgbClr val="A82954"/>
                </a:solidFill>
              </a:defRPr>
            </a:lvl2pPr>
            <a:lvl3pPr marL="446400" indent="-180975" latinLnBrk="0">
              <a:lnSpc>
                <a:spcPts val="2500"/>
              </a:lnSpc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532800" indent="-180975" latinLnBrk="0">
              <a:lnSpc>
                <a:spcPts val="2500"/>
              </a:lnSpc>
              <a:spcAft>
                <a:spcPts val="300"/>
              </a:spcAft>
              <a:buSzPct val="96000"/>
              <a:defRPr sz="1600"/>
            </a:lvl4pPr>
            <a:lvl5pPr marL="619200" indent="-180975" latinLnBrk="0">
              <a:lnSpc>
                <a:spcPts val="2500"/>
              </a:lnSpc>
              <a:defRPr sz="14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41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rgbClr val="A82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709323" y="663348"/>
            <a:ext cx="7725352" cy="5498523"/>
          </a:xfrm>
          <a:prstGeom prst="roundRect">
            <a:avLst>
              <a:gd name="adj" fmla="val 5013"/>
            </a:avLst>
          </a:prstGeom>
          <a:solidFill>
            <a:srgbClr val="F3F9FF"/>
          </a:solidFill>
          <a:ln w="539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350" dirty="0">
              <a:solidFill>
                <a:srgbClr val="FF9999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719103" y="3412610"/>
            <a:ext cx="7704856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719103" y="2348886"/>
            <a:ext cx="7704856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553622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0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 hasCustomPrompt="1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ko-KR" dirty="0"/>
              <a:t>[</a:t>
            </a:r>
            <a:r>
              <a:rPr lang="ko-KR" altLang="en-US" dirty="0"/>
              <a:t>프로젝트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4246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23C34C3-D349-F6E7-DDEE-9D50B0EA03CB}"/>
              </a:ext>
            </a:extLst>
          </p:cNvPr>
          <p:cNvSpPr/>
          <p:nvPr userDrawn="1"/>
        </p:nvSpPr>
        <p:spPr>
          <a:xfrm>
            <a:off x="0" y="0"/>
            <a:ext cx="9144000" cy="908052"/>
          </a:xfrm>
          <a:prstGeom prst="rect">
            <a:avLst/>
          </a:prstGeom>
          <a:gradFill flip="none" rotWithShape="1">
            <a:gsLst>
              <a:gs pos="0">
                <a:srgbClr val="A82954">
                  <a:tint val="66000"/>
                  <a:satMod val="160000"/>
                </a:srgbClr>
              </a:gs>
              <a:gs pos="50000">
                <a:srgbClr val="A82954">
                  <a:tint val="44500"/>
                  <a:satMod val="160000"/>
                </a:srgbClr>
              </a:gs>
              <a:gs pos="100000">
                <a:srgbClr val="A82954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3" y="184745"/>
            <a:ext cx="6840760" cy="548680"/>
          </a:xfrm>
        </p:spPr>
        <p:txBody>
          <a:bodyPr/>
          <a:lstStyle>
            <a:lvl1pPr marL="0" indent="0" algn="l">
              <a:buClr>
                <a:srgbClr val="20432D"/>
              </a:buClr>
              <a:buFont typeface="+mj-lt"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36DD7-B90B-7196-71E2-A95A19AB7D82}"/>
              </a:ext>
            </a:extLst>
          </p:cNvPr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78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0A79B-DB93-9CE1-520F-81AACA3926A8}"/>
              </a:ext>
            </a:extLst>
          </p:cNvPr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9ADB23F-085A-2361-73EF-F47AA533146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 latinLnBrk="0">
              <a:lnSpc>
                <a:spcPts val="25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itchFamily="2" charset="2"/>
              <a:buChar char="n"/>
              <a:defRPr sz="2000" b="1">
                <a:solidFill>
                  <a:srgbClr val="A82954"/>
                </a:solidFill>
                <a:latin typeface="+mn-ea"/>
                <a:ea typeface="+mn-ea"/>
              </a:defRPr>
            </a:lvl1pPr>
            <a:lvl2pPr marL="288000" indent="-180975" latinLnBrk="0">
              <a:lnSpc>
                <a:spcPts val="2500"/>
              </a:lnSpc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700" b="1">
                <a:solidFill>
                  <a:srgbClr val="A82954"/>
                </a:solidFill>
              </a:defRPr>
            </a:lvl2pPr>
            <a:lvl3pPr marL="446400" indent="-180975" latinLnBrk="0">
              <a:lnSpc>
                <a:spcPts val="2500"/>
              </a:lnSpc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532800" indent="-180975" latinLnBrk="0">
              <a:lnSpc>
                <a:spcPts val="2500"/>
              </a:lnSpc>
              <a:spcAft>
                <a:spcPts val="300"/>
              </a:spcAft>
              <a:buSzPct val="96000"/>
              <a:defRPr sz="1600"/>
            </a:lvl4pPr>
            <a:lvl5pPr marL="619200" indent="-180975" latinLnBrk="0">
              <a:lnSpc>
                <a:spcPts val="25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64798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A829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15" name="직사각형 10"/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2" name="Picture 4" descr="C:\Users\김현용\Desktop\제호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5594287"/>
            <a:ext cx="1905001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100" b="1" dirty="0">
                <a:solidFill>
                  <a:schemeClr val="bg1"/>
                </a:solidFill>
                <a:latin typeface="Adobe Kaiti Std R" panose="02020400000000000000" pitchFamily="18" charset="-128"/>
                <a:ea typeface="Adobe Kaiti Std R" panose="02020400000000000000" pitchFamily="18" charset="-128"/>
              </a:rPr>
              <a:t>Copyright© 2025 Hanbit Academy, Inc.</a:t>
            </a:r>
          </a:p>
          <a:p>
            <a:pPr algn="ctr" eaLnBrk="1" hangingPunct="1">
              <a:defRPr/>
            </a:pPr>
            <a:r>
              <a:rPr lang="en-US" altLang="ko-KR" sz="1100" b="1" dirty="0">
                <a:solidFill>
                  <a:schemeClr val="bg1"/>
                </a:solidFill>
                <a:latin typeface="Adobe Kaiti Std R" panose="02020400000000000000" pitchFamily="18" charset="-128"/>
                <a:ea typeface="Adobe Kaiti Std R" panose="02020400000000000000" pitchFamily="18" charset="-128"/>
              </a:rPr>
              <a:t>All rights reserved.</a:t>
            </a:r>
            <a:endParaRPr lang="ko-KR" altLang="ko-KR" sz="1100" b="1" dirty="0">
              <a:solidFill>
                <a:schemeClr val="bg1"/>
              </a:solidFill>
              <a:latin typeface="Adobe Kaiti Std R" panose="02020400000000000000" pitchFamily="18" charset="-128"/>
              <a:ea typeface="굴림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CDC91-9F98-FB6C-6028-420633C379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372570"/>
            <a:ext cx="9144001" cy="1056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lvl="0" indent="0" algn="ctr" eaLnBrk="0" hangingPunct="0">
              <a:lnSpc>
                <a:spcPct val="100000"/>
              </a:lnSpc>
              <a:spcBef>
                <a:spcPct val="20000"/>
              </a:spcBef>
              <a:buFontTx/>
              <a:buNone/>
              <a:defRPr sz="5400" b="1">
                <a:solidFill>
                  <a:srgbClr val="A82954"/>
                </a:solidFill>
                <a:latin typeface="+mn-lt"/>
                <a:ea typeface="+mn-ea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ea typeface="+mn-ea"/>
              </a:defRPr>
            </a:lvl9pPr>
          </a:lstStyle>
          <a:p>
            <a:pPr lvl="0"/>
            <a:r>
              <a:rPr lang="en-US" altLang="ko-KR" dirty="0"/>
              <a:t>Thank you!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75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2025-02-24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9" r:id="rId2"/>
    <p:sldLayoutId id="2147483680" r:id="rId3"/>
    <p:sldLayoutId id="2147483690" r:id="rId4"/>
    <p:sldLayoutId id="2147483686" r:id="rId5"/>
    <p:sldLayoutId id="2147483693" r:id="rId6"/>
    <p:sldLayoutId id="2147483694" r:id="rId7"/>
    <p:sldLayoutId id="2147483691" r:id="rId8"/>
    <p:sldLayoutId id="2147483692" r:id="rId9"/>
    <p:sldLayoutId id="2147483688" r:id="rId10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2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/>
          <p:cNvSpPr>
            <a:spLocks noGrp="1"/>
          </p:cNvSpPr>
          <p:nvPr>
            <p:ph type="title" idx="4294967295"/>
          </p:nvPr>
        </p:nvSpPr>
        <p:spPr>
          <a:xfrm>
            <a:off x="418840" y="5805264"/>
            <a:ext cx="8306320" cy="625958"/>
          </a:xfrm>
        </p:spPr>
        <p:txBody>
          <a:bodyPr/>
          <a:lstStyle/>
          <a:p>
            <a:pPr algn="l" eaLnBrk="1" hangingPunct="1"/>
            <a:r>
              <a:rPr lang="en-US" altLang="ko-KR" sz="32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05. </a:t>
            </a:r>
            <a:r>
              <a:rPr lang="ko-KR" altLang="en-US" sz="32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셸 사용법</a:t>
            </a:r>
            <a:endParaRPr lang="ko-KR" altLang="en-US" sz="32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29E6604-E772-8023-638B-6BC88E130F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셸의 기능과 종류 </a:t>
            </a:r>
          </a:p>
          <a:p>
            <a:r>
              <a:rPr lang="ko-KR" altLang="en-US" dirty="0"/>
              <a:t>셸 기본 사용법 </a:t>
            </a:r>
          </a:p>
          <a:p>
            <a:r>
              <a:rPr lang="ko-KR" altLang="en-US" dirty="0"/>
              <a:t>입출력 방향 변경 </a:t>
            </a:r>
          </a:p>
          <a:p>
            <a:r>
              <a:rPr lang="ko-KR" altLang="en-US" dirty="0" err="1"/>
              <a:t>앨리어스와</a:t>
            </a:r>
            <a:r>
              <a:rPr lang="ko-KR" altLang="en-US" dirty="0"/>
              <a:t> 히스토리 </a:t>
            </a:r>
          </a:p>
          <a:p>
            <a:r>
              <a:rPr lang="ko-KR" altLang="en-US" dirty="0"/>
              <a:t>프롬프트 설정 </a:t>
            </a:r>
          </a:p>
          <a:p>
            <a:r>
              <a:rPr lang="ko-KR" altLang="en-US" dirty="0"/>
              <a:t>환경 설정 파일</a:t>
            </a:r>
          </a:p>
        </p:txBody>
      </p:sp>
    </p:spTree>
    <p:extLst>
      <p:ext uri="{BB962C8B-B14F-4D97-AF65-F5344CB8AC3E}">
        <p14:creationId xmlns:p14="http://schemas.microsoft.com/office/powerpoint/2010/main" val="2454594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6E49C3-46B8-F62E-792A-7834BA3255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sz="1800" dirty="0">
                <a:latin typeface="+mn-ea"/>
              </a:rPr>
              <a:t>셸의 기능과 종류를 설명할 수 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r>
              <a:rPr lang="ko-KR" altLang="en-US" sz="1800" dirty="0">
                <a:latin typeface="+mn-ea"/>
              </a:rPr>
              <a:t>셸 특수문자의 종류를 이해하고 필요에 따라 적절하게 사용할 수 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r>
              <a:rPr lang="ko-KR" altLang="en-US" sz="1800" dirty="0">
                <a:latin typeface="+mn-ea"/>
              </a:rPr>
              <a:t>셸 변수와 환경 변수를 설정하거나 해제할 수 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r>
              <a:rPr lang="ko-KR" altLang="en-US" sz="1800" dirty="0">
                <a:latin typeface="+mn-ea"/>
              </a:rPr>
              <a:t>표준 입출력 장치를 이해하고 입출력 방향을 설정할 수 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r>
              <a:rPr lang="ko-KR" altLang="en-US" sz="1800" dirty="0">
                <a:latin typeface="+mn-ea"/>
              </a:rPr>
              <a:t>새로운 </a:t>
            </a:r>
            <a:r>
              <a:rPr lang="ko-KR" altLang="en-US" sz="1800" dirty="0" err="1">
                <a:latin typeface="+mn-ea"/>
              </a:rPr>
              <a:t>앨리어스를</a:t>
            </a:r>
            <a:r>
              <a:rPr lang="ko-KR" altLang="en-US" sz="1800" dirty="0">
                <a:latin typeface="+mn-ea"/>
              </a:rPr>
              <a:t> 만들거나 필요 없는 </a:t>
            </a:r>
            <a:r>
              <a:rPr lang="ko-KR" altLang="en-US" sz="1800" dirty="0" err="1">
                <a:latin typeface="+mn-ea"/>
              </a:rPr>
              <a:t>앨리어스를</a:t>
            </a:r>
            <a:r>
              <a:rPr lang="ko-KR" altLang="en-US" sz="1800" dirty="0">
                <a:latin typeface="+mn-ea"/>
              </a:rPr>
              <a:t> 삭제할 수 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r>
              <a:rPr lang="ko-KR" altLang="en-US" sz="1800" dirty="0">
                <a:latin typeface="+mn-ea"/>
              </a:rPr>
              <a:t>이스케이프 문자를 이해하고 프롬프트를 원하는 형태로 바꿀 수 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r>
              <a:rPr lang="ko-KR" altLang="en-US" sz="1800" dirty="0">
                <a:latin typeface="+mn-ea"/>
              </a:rPr>
              <a:t>시스템과 사용자 환경 설정 파일을 구분하고 사용자 환경을 직접 설정할 수 있다</a:t>
            </a:r>
            <a:r>
              <a:rPr lang="en-US" altLang="ko-KR" sz="18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4020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sz="4400" dirty="0"/>
              <a:t>셸의 기능과 종류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Section 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635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AB7F3-E53E-7C45-05E3-CBCB4995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/>
              <a:t>셸의 기능과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ADC93-4FE3-7735-9456-E5E68CBB25E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셸은 사용자와 리눅스 커널을 연결하는 역할 수행</a:t>
            </a:r>
          </a:p>
          <a:p>
            <a:pPr lvl="2"/>
            <a:r>
              <a:rPr lang="ko-KR" altLang="en-US" dirty="0" err="1"/>
              <a:t>본셸</a:t>
            </a:r>
            <a:r>
              <a:rPr lang="en-US" altLang="ko-KR" dirty="0"/>
              <a:t>(</a:t>
            </a:r>
            <a:r>
              <a:rPr lang="en-US" altLang="ko-KR" dirty="0" err="1"/>
              <a:t>Bourne</a:t>
            </a:r>
            <a:r>
              <a:rPr lang="en-US" altLang="ko-KR" dirty="0"/>
              <a:t> Shell)</a:t>
            </a:r>
            <a:r>
              <a:rPr lang="ko-KR" altLang="en-US" dirty="0"/>
              <a:t>이 최초의 셸이며</a:t>
            </a:r>
            <a:r>
              <a:rPr lang="en-US" altLang="ko-KR" dirty="0"/>
              <a:t>, </a:t>
            </a:r>
            <a:r>
              <a:rPr lang="ko-KR" altLang="en-US" dirty="0"/>
              <a:t>이후 다양한 셸이 개발됨</a:t>
            </a:r>
          </a:p>
          <a:p>
            <a:pPr lvl="2"/>
            <a:r>
              <a:rPr lang="ko-KR" altLang="en-US" dirty="0"/>
              <a:t>배시</a:t>
            </a:r>
            <a:r>
              <a:rPr lang="en-US" altLang="ko-KR" dirty="0"/>
              <a:t>(Bash) </a:t>
            </a:r>
            <a:r>
              <a:rPr lang="ko-KR" altLang="en-US" dirty="0"/>
              <a:t>셸이 기본으로 사용되며</a:t>
            </a:r>
            <a:r>
              <a:rPr lang="en-US" altLang="ko-KR" dirty="0"/>
              <a:t>, </a:t>
            </a:r>
            <a:r>
              <a:rPr lang="ko-KR" altLang="en-US" dirty="0"/>
              <a:t>리눅스 셸이라고도 불림</a:t>
            </a:r>
          </a:p>
          <a:p>
            <a:pPr lvl="2"/>
            <a:r>
              <a:rPr lang="ko-KR" altLang="en-US" dirty="0"/>
              <a:t>셸의 기본 기능은 비슷하지만</a:t>
            </a:r>
            <a:r>
              <a:rPr lang="en-US" altLang="ko-KR" dirty="0"/>
              <a:t>, </a:t>
            </a:r>
            <a:r>
              <a:rPr lang="ko-KR" altLang="en-US" dirty="0"/>
              <a:t>편리한 기능과 환경 설정에서 차이 있음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셸의</a:t>
            </a:r>
            <a:r>
              <a:rPr lang="en-US" altLang="ko-KR" dirty="0"/>
              <a:t> </a:t>
            </a:r>
            <a:r>
              <a:rPr lang="ko-KR" altLang="en-US" dirty="0"/>
              <a:t>기능</a:t>
            </a:r>
            <a:endParaRPr lang="en-US" altLang="ko-KR" dirty="0"/>
          </a:p>
          <a:p>
            <a:pPr lvl="1"/>
            <a:r>
              <a:rPr lang="ko-KR" altLang="en-US" dirty="0"/>
              <a:t>명령어 해석기 기능</a:t>
            </a:r>
            <a:endParaRPr lang="en-US" altLang="ko-KR" dirty="0"/>
          </a:p>
          <a:p>
            <a:pPr lvl="2"/>
            <a:r>
              <a:rPr lang="ko-KR" altLang="en-US" dirty="0"/>
              <a:t>셸은 사용자 명령을 해석하고 커널에 전달하는 해석기</a:t>
            </a:r>
            <a:r>
              <a:rPr lang="en-US" altLang="ko-KR" dirty="0"/>
              <a:t>(Interpreter) </a:t>
            </a:r>
            <a:r>
              <a:rPr lang="ko-KR" altLang="en-US" dirty="0"/>
              <a:t>역할 수행</a:t>
            </a:r>
          </a:p>
          <a:p>
            <a:pPr lvl="2"/>
            <a:r>
              <a:rPr lang="ko-KR" altLang="en-US" dirty="0"/>
              <a:t>로그인 시 자동 실행되며</a:t>
            </a:r>
            <a:r>
              <a:rPr lang="en-US" altLang="ko-KR" dirty="0"/>
              <a:t>, </a:t>
            </a:r>
            <a:r>
              <a:rPr lang="ko-KR" altLang="en-US" dirty="0"/>
              <a:t>이를 로그인 셸이라 함</a:t>
            </a:r>
          </a:p>
          <a:p>
            <a:pPr lvl="2"/>
            <a:r>
              <a:rPr lang="ko-KR" altLang="en-US" dirty="0"/>
              <a:t>로그인 셸은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/passwd </a:t>
            </a:r>
            <a:r>
              <a:rPr lang="ko-KR" altLang="en-US" dirty="0"/>
              <a:t>파일에서 사용자별로 지정됨</a:t>
            </a:r>
          </a:p>
          <a:p>
            <a:pPr lvl="2"/>
            <a:r>
              <a:rPr lang="ko-KR" altLang="en-US" dirty="0"/>
              <a:t>프롬프트</a:t>
            </a:r>
            <a:r>
              <a:rPr lang="en-US" altLang="ko-KR" dirty="0"/>
              <a:t>(Prompt): </a:t>
            </a:r>
            <a:r>
              <a:rPr lang="ko-KR" altLang="en-US" dirty="0"/>
              <a:t>셸이 사용자 입력을 기다리는 상태 표시</a:t>
            </a:r>
          </a:p>
          <a:p>
            <a:pPr lvl="2"/>
            <a:r>
              <a:rPr lang="ko-KR" altLang="en-US" dirty="0"/>
              <a:t>내장 명령이면 즉시 실행</a:t>
            </a:r>
            <a:r>
              <a:rPr lang="en-US" altLang="ko-KR" dirty="0"/>
              <a:t>, </a:t>
            </a:r>
            <a:r>
              <a:rPr lang="ko-KR" altLang="en-US" dirty="0"/>
              <a:t>외부 명령이면 자식 프로세스를 생성하여 실행</a:t>
            </a:r>
          </a:p>
          <a:p>
            <a:pPr lvl="2"/>
            <a:r>
              <a:rPr lang="ko-KR" altLang="en-US" dirty="0"/>
              <a:t>자식 프로세스가 종료되면 셸이 다시 프롬프트를 출력하며 대기 상태로 전환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3122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E832-82FA-6091-51F6-7F60CBD5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/>
              <a:t>셸의 기능과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A2FEC-B295-2830-7A7A-F264AC75DD1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프로그래밍 기능</a:t>
            </a:r>
            <a:endParaRPr lang="en-US" altLang="ko-KR" dirty="0"/>
          </a:p>
          <a:p>
            <a:pPr lvl="2"/>
            <a:r>
              <a:rPr lang="ko-KR" altLang="en-US" dirty="0"/>
              <a:t>여러 명령을 조합하여 반복 실행할 수 있는 셸 스크립트 작성 가능</a:t>
            </a:r>
          </a:p>
          <a:p>
            <a:pPr lvl="2"/>
            <a:r>
              <a:rPr lang="ko-KR" altLang="en-US" dirty="0"/>
              <a:t>셸 스크립트 작성 방법은 </a:t>
            </a:r>
            <a:r>
              <a:rPr lang="en-US" altLang="ko-KR" dirty="0"/>
              <a:t>11</a:t>
            </a:r>
            <a:r>
              <a:rPr lang="ko-KR" altLang="en-US" dirty="0"/>
              <a:t>장에서 다룸</a:t>
            </a:r>
            <a:endParaRPr lang="en-US" altLang="ko-KR" dirty="0"/>
          </a:p>
          <a:p>
            <a:pPr lvl="2"/>
            <a:endParaRPr lang="ko-KR" altLang="en-US" dirty="0"/>
          </a:p>
          <a:p>
            <a:pPr lvl="1"/>
            <a:r>
              <a:rPr lang="ko-KR" altLang="en-US" dirty="0"/>
              <a:t>사용자 환경 설정 기능</a:t>
            </a:r>
          </a:p>
          <a:p>
            <a:pPr lvl="2"/>
            <a:r>
              <a:rPr lang="ko-KR" altLang="en-US" dirty="0"/>
              <a:t>셸은 초기화 파일을 이용하여 사용자 환경을 설정</a:t>
            </a:r>
          </a:p>
          <a:p>
            <a:pPr lvl="2"/>
            <a:r>
              <a:rPr lang="ko-KR" altLang="en-US" dirty="0"/>
              <a:t>초기화 파일에는 다음 설정 포함</a:t>
            </a:r>
          </a:p>
          <a:p>
            <a:pPr lvl="3"/>
            <a:r>
              <a:rPr lang="ko-KR" altLang="en-US" dirty="0"/>
              <a:t>명령어 경로 설정</a:t>
            </a:r>
          </a:p>
          <a:p>
            <a:pPr lvl="3"/>
            <a:r>
              <a:rPr lang="ko-KR" altLang="en-US" dirty="0"/>
              <a:t>새 파일</a:t>
            </a:r>
            <a:r>
              <a:rPr lang="en-US" altLang="ko-KR" dirty="0"/>
              <a:t>·</a:t>
            </a:r>
            <a:r>
              <a:rPr lang="ko-KR" altLang="en-US" dirty="0"/>
              <a:t>디렉터리 생성 시 기본 권한 설정</a:t>
            </a:r>
          </a:p>
          <a:p>
            <a:pPr lvl="3"/>
            <a:r>
              <a:rPr lang="ko-KR" altLang="en-US" dirty="0"/>
              <a:t>환경 변수 설정</a:t>
            </a:r>
          </a:p>
          <a:p>
            <a:pPr lvl="2"/>
            <a:r>
              <a:rPr lang="ko-KR" altLang="en-US" dirty="0"/>
              <a:t>로그인 시 초기화 파일 실행 → 사용자별 맞춤 환경 설정 적용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2046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0414B-01BA-491D-2E87-68EF627A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/>
              <a:t>셸의 기능과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C264E-E23C-087F-4663-D69BE52BF11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셸의 종류</a:t>
            </a:r>
          </a:p>
          <a:p>
            <a:pPr lvl="2"/>
            <a:r>
              <a:rPr lang="ko-KR" altLang="en-US" dirty="0"/>
              <a:t>리눅스에는 다양한 셸이 존재하며</a:t>
            </a:r>
            <a:r>
              <a:rPr lang="en-US" altLang="ko-KR" dirty="0"/>
              <a:t>, </a:t>
            </a:r>
            <a:r>
              <a:rPr lang="ko-KR" altLang="en-US" dirty="0"/>
              <a:t>기본적인 명령 실행 기능은 유사하지만 </a:t>
            </a:r>
            <a:r>
              <a:rPr lang="ko-KR" altLang="en-US" dirty="0" err="1"/>
              <a:t>앨리어스</a:t>
            </a:r>
            <a:r>
              <a:rPr lang="ko-KR" altLang="en-US" dirty="0"/>
              <a:t> 설정</a:t>
            </a:r>
            <a:r>
              <a:rPr lang="en-US" altLang="ko-KR" dirty="0"/>
              <a:t>, </a:t>
            </a:r>
            <a:r>
              <a:rPr lang="ko-KR" altLang="en-US" dirty="0"/>
              <a:t>초기화 파일</a:t>
            </a:r>
            <a:r>
              <a:rPr lang="en-US" altLang="ko-KR" dirty="0"/>
              <a:t>, </a:t>
            </a:r>
            <a:r>
              <a:rPr lang="ko-KR" altLang="en-US" dirty="0"/>
              <a:t>스크립트 작성 문법 등의 차이가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본셸</a:t>
            </a:r>
            <a:endParaRPr lang="en-US" altLang="ko-KR" dirty="0"/>
          </a:p>
          <a:p>
            <a:pPr lvl="2"/>
            <a:r>
              <a:rPr lang="ko-KR" altLang="en-US" dirty="0"/>
              <a:t>최초의 유닉스 셸 </a:t>
            </a:r>
            <a:r>
              <a:rPr lang="en-US" altLang="ko-KR" dirty="0"/>
              <a:t>(V7 </a:t>
            </a:r>
            <a:r>
              <a:rPr lang="ko-KR" altLang="en-US" dirty="0"/>
              <a:t>유닉스에서 등장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처리 속도가 빠르지만</a:t>
            </a:r>
            <a:r>
              <a:rPr lang="en-US" altLang="ko-KR" dirty="0"/>
              <a:t>, </a:t>
            </a:r>
            <a:r>
              <a:rPr lang="ko-KR" altLang="en-US" dirty="0"/>
              <a:t>히스토리</a:t>
            </a:r>
            <a:r>
              <a:rPr lang="en-US" altLang="ko-KR" dirty="0"/>
              <a:t>, </a:t>
            </a:r>
            <a:r>
              <a:rPr lang="ko-KR" altLang="en-US" dirty="0" err="1"/>
              <a:t>앨리어스</a:t>
            </a:r>
            <a:r>
              <a:rPr lang="en-US" altLang="ko-KR" dirty="0"/>
              <a:t>, </a:t>
            </a:r>
            <a:r>
              <a:rPr lang="ko-KR" altLang="en-US" dirty="0"/>
              <a:t>작업 제어 기능이 없음</a:t>
            </a:r>
            <a:endParaRPr lang="en-US" altLang="ko-KR" dirty="0"/>
          </a:p>
          <a:p>
            <a:pPr lvl="2"/>
            <a:r>
              <a:rPr lang="ko-KR" altLang="en-US" dirty="0"/>
              <a:t>현재는 </a:t>
            </a:r>
            <a:r>
              <a:rPr lang="ko-KR" altLang="en-US" dirty="0" err="1"/>
              <a:t>배시셸</a:t>
            </a:r>
            <a:r>
              <a:rPr lang="en-US" altLang="ko-KR" dirty="0"/>
              <a:t>(Bash) </a:t>
            </a:r>
            <a:r>
              <a:rPr lang="ko-KR" altLang="en-US" dirty="0"/>
              <a:t>또는 </a:t>
            </a:r>
            <a:r>
              <a:rPr lang="ko-KR" altLang="en-US" dirty="0" err="1"/>
              <a:t>대시셸</a:t>
            </a:r>
            <a:r>
              <a:rPr lang="en-US" altLang="ko-KR" dirty="0"/>
              <a:t>(Dash)</a:t>
            </a:r>
            <a:r>
              <a:rPr lang="ko-KR" altLang="en-US" dirty="0"/>
              <a:t>로 </a:t>
            </a:r>
            <a:r>
              <a:rPr lang="ko-KR" altLang="en-US" dirty="0" err="1"/>
              <a:t>심볼릭</a:t>
            </a:r>
            <a:r>
              <a:rPr lang="ko-KR" altLang="en-US" dirty="0"/>
              <a:t> 링크됨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C</a:t>
            </a:r>
            <a:r>
              <a:rPr lang="ko-KR" altLang="en-US" dirty="0"/>
              <a:t>셸</a:t>
            </a:r>
            <a:endParaRPr lang="en-US" altLang="ko-KR" dirty="0"/>
          </a:p>
          <a:p>
            <a:pPr lvl="2"/>
            <a:r>
              <a:rPr lang="ko-KR" altLang="en-US" dirty="0"/>
              <a:t>빌 조이</a:t>
            </a:r>
            <a:r>
              <a:rPr lang="en-US" altLang="ko-KR" dirty="0"/>
              <a:t>(Bill Joy)</a:t>
            </a:r>
            <a:r>
              <a:rPr lang="ko-KR" altLang="en-US" dirty="0"/>
              <a:t>가 개발</a:t>
            </a:r>
            <a:r>
              <a:rPr lang="en-US" altLang="ko-KR" dirty="0"/>
              <a:t>, 2BSD </a:t>
            </a:r>
            <a:r>
              <a:rPr lang="ko-KR" altLang="en-US" dirty="0"/>
              <a:t>유닉스에 포함</a:t>
            </a:r>
            <a:endParaRPr lang="en-US" altLang="ko-KR" dirty="0"/>
          </a:p>
          <a:p>
            <a:pPr lvl="2"/>
            <a:r>
              <a:rPr lang="ko-KR" altLang="en-US" dirty="0" err="1"/>
              <a:t>본셸보다</a:t>
            </a:r>
            <a:r>
              <a:rPr lang="ko-KR" altLang="en-US" dirty="0"/>
              <a:t> 편리한 기능 </a:t>
            </a:r>
            <a:r>
              <a:rPr lang="en-US" altLang="ko-KR" dirty="0"/>
              <a:t>(</a:t>
            </a:r>
            <a:r>
              <a:rPr lang="ko-KR" altLang="en-US" dirty="0" err="1"/>
              <a:t>앨리어스</a:t>
            </a:r>
            <a:r>
              <a:rPr lang="en-US" altLang="ko-KR" dirty="0"/>
              <a:t>, </a:t>
            </a:r>
            <a:r>
              <a:rPr lang="ko-KR" altLang="en-US" dirty="0"/>
              <a:t>히스토리 등</a:t>
            </a:r>
            <a:r>
              <a:rPr lang="en-US" altLang="ko-KR" dirty="0"/>
              <a:t>) </a:t>
            </a:r>
            <a:r>
              <a:rPr lang="ko-KR" altLang="en-US" dirty="0"/>
              <a:t>포함</a:t>
            </a:r>
            <a:endParaRPr lang="en-US" altLang="ko-KR" dirty="0"/>
          </a:p>
          <a:p>
            <a:pPr lvl="2"/>
            <a:r>
              <a:rPr lang="en-US" altLang="ko-KR" dirty="0"/>
              <a:t>C </a:t>
            </a:r>
            <a:r>
              <a:rPr lang="ko-KR" altLang="en-US" dirty="0"/>
              <a:t>언어와 유사한 스크립트 문법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959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4A-5AE7-4BA1-C492-D93ED903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/>
              <a:t>셸의 기능과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89C52D-CD29-6E5B-71DB-47262657948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 err="1"/>
              <a:t>콘셸</a:t>
            </a:r>
            <a:endParaRPr lang="en-US" altLang="ko-KR" dirty="0"/>
          </a:p>
          <a:p>
            <a:pPr lvl="2"/>
            <a:r>
              <a:rPr lang="ko-KR" altLang="en-US" dirty="0"/>
              <a:t>데이비드 콘</a:t>
            </a:r>
            <a:r>
              <a:rPr lang="en-US" altLang="ko-KR" dirty="0"/>
              <a:t>(David Korn)</a:t>
            </a:r>
            <a:r>
              <a:rPr lang="ko-KR" altLang="en-US" dirty="0"/>
              <a:t>이 개발 </a:t>
            </a:r>
            <a:r>
              <a:rPr lang="en-US" altLang="ko-KR" dirty="0"/>
              <a:t>(AT&amp;T </a:t>
            </a:r>
            <a:r>
              <a:rPr lang="ko-KR" altLang="en-US" dirty="0" err="1"/>
              <a:t>벨연구소</a:t>
            </a:r>
            <a:r>
              <a:rPr lang="en-US" altLang="ko-KR" dirty="0"/>
              <a:t>, 1980</a:t>
            </a:r>
            <a:r>
              <a:rPr lang="ko-KR" altLang="en-US" dirty="0"/>
              <a:t>년대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 err="1"/>
              <a:t>본셸과</a:t>
            </a:r>
            <a:r>
              <a:rPr lang="ko-KR" altLang="en-US" dirty="0"/>
              <a:t> 호환되면서도 </a:t>
            </a:r>
            <a:r>
              <a:rPr lang="en-US" altLang="ko-KR" dirty="0"/>
              <a:t>C</a:t>
            </a:r>
            <a:r>
              <a:rPr lang="ko-KR" altLang="en-US" dirty="0"/>
              <a:t>셸의 기능을 제공</a:t>
            </a:r>
          </a:p>
          <a:p>
            <a:pPr lvl="2"/>
            <a:r>
              <a:rPr lang="ko-KR" altLang="en-US" dirty="0"/>
              <a:t>처리 속도가 빠름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 err="1"/>
              <a:t>배시셸</a:t>
            </a:r>
            <a:endParaRPr lang="en-US" altLang="ko-KR" dirty="0"/>
          </a:p>
          <a:p>
            <a:pPr lvl="2"/>
            <a:r>
              <a:rPr lang="en-US" altLang="ko-KR" dirty="0"/>
              <a:t>1988</a:t>
            </a:r>
            <a:r>
              <a:rPr lang="ko-KR" altLang="en-US" dirty="0"/>
              <a:t>년 브레인 폭스</a:t>
            </a:r>
            <a:r>
              <a:rPr lang="en-US" altLang="ko-KR" dirty="0"/>
              <a:t>(Brain Fox)</a:t>
            </a:r>
            <a:r>
              <a:rPr lang="ko-KR" altLang="en-US" dirty="0"/>
              <a:t>가 개발</a:t>
            </a:r>
          </a:p>
          <a:p>
            <a:pPr lvl="2"/>
            <a:r>
              <a:rPr lang="ko-KR" altLang="en-US" dirty="0" err="1"/>
              <a:t>본셸</a:t>
            </a:r>
            <a:r>
              <a:rPr lang="ko-KR" altLang="en-US" dirty="0"/>
              <a:t> 기반으로 개발되었으며</a:t>
            </a:r>
            <a:r>
              <a:rPr lang="en-US" altLang="ko-KR" dirty="0"/>
              <a:t>, C</a:t>
            </a:r>
            <a:r>
              <a:rPr lang="ko-KR" altLang="en-US" dirty="0"/>
              <a:t>셸 및 </a:t>
            </a:r>
            <a:r>
              <a:rPr lang="ko-KR" altLang="en-US" dirty="0" err="1"/>
              <a:t>콘셸의</a:t>
            </a:r>
            <a:r>
              <a:rPr lang="ko-KR" altLang="en-US" dirty="0"/>
              <a:t> 기능 포함</a:t>
            </a:r>
          </a:p>
          <a:p>
            <a:pPr lvl="2"/>
            <a:r>
              <a:rPr lang="ko-KR" altLang="en-US" dirty="0"/>
              <a:t>리눅스 기본 셸 </a:t>
            </a:r>
            <a:r>
              <a:rPr lang="en-US" altLang="ko-KR" dirty="0"/>
              <a:t>(GPL </a:t>
            </a:r>
            <a:r>
              <a:rPr lang="ko-KR" altLang="en-US" dirty="0"/>
              <a:t>라이선스</a:t>
            </a:r>
            <a:r>
              <a:rPr lang="en-US" altLang="ko-KR" dirty="0"/>
              <a:t>, </a:t>
            </a:r>
            <a:r>
              <a:rPr lang="ko-KR" altLang="en-US" dirty="0"/>
              <a:t>공개 소프트웨어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Bash = </a:t>
            </a:r>
            <a:r>
              <a:rPr lang="en-US" altLang="ko-KR" dirty="0" err="1"/>
              <a:t>Bourne</a:t>
            </a:r>
            <a:r>
              <a:rPr lang="en-US" altLang="ko-KR" dirty="0"/>
              <a:t> Again Shell (</a:t>
            </a:r>
            <a:r>
              <a:rPr lang="ko-KR" altLang="en-US" dirty="0" err="1"/>
              <a:t>본셸</a:t>
            </a:r>
            <a:r>
              <a:rPr lang="ko-KR" altLang="en-US" dirty="0"/>
              <a:t> 업그레이드 버전</a:t>
            </a:r>
            <a:r>
              <a:rPr lang="en-US" altLang="ko-KR" dirty="0"/>
              <a:t>)</a:t>
            </a:r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124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999B76-356B-C694-F4E7-8C8C122E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 </a:t>
            </a:r>
            <a:r>
              <a:rPr lang="ko-KR" altLang="en-US" dirty="0"/>
              <a:t>셸의 기능과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ACEC9-37F4-7467-0FA8-F086629008E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 err="1"/>
              <a:t>대시셸</a:t>
            </a:r>
            <a:endParaRPr lang="en-US" altLang="ko-KR" dirty="0"/>
          </a:p>
          <a:p>
            <a:pPr lvl="2"/>
            <a:r>
              <a:rPr lang="ko-KR" altLang="en-US" dirty="0" err="1"/>
              <a:t>본셸을</a:t>
            </a:r>
            <a:r>
              <a:rPr lang="ko-KR" altLang="en-US" dirty="0"/>
              <a:t> 기반으로 </a:t>
            </a:r>
            <a:r>
              <a:rPr lang="en-US" altLang="ko-KR" dirty="0"/>
              <a:t>POSIX </a:t>
            </a:r>
            <a:r>
              <a:rPr lang="ko-KR" altLang="en-US" dirty="0"/>
              <a:t>표준을 준수하며</a:t>
            </a:r>
            <a:r>
              <a:rPr lang="en-US" altLang="ko-KR" dirty="0"/>
              <a:t>, </a:t>
            </a:r>
            <a:r>
              <a:rPr lang="ko-KR" altLang="en-US" dirty="0"/>
              <a:t>크기가 작고 빠름</a:t>
            </a:r>
          </a:p>
          <a:p>
            <a:pPr lvl="2"/>
            <a:r>
              <a:rPr lang="en-US" altLang="ko-KR" dirty="0"/>
              <a:t>1997</a:t>
            </a:r>
            <a:r>
              <a:rPr lang="ko-KR" altLang="en-US" dirty="0"/>
              <a:t>년 </a:t>
            </a:r>
            <a:r>
              <a:rPr lang="ko-KR" altLang="en-US" dirty="0" err="1"/>
              <a:t>허버트</a:t>
            </a:r>
            <a:r>
              <a:rPr lang="ko-KR" altLang="en-US" dirty="0"/>
              <a:t> 슈</a:t>
            </a:r>
            <a:r>
              <a:rPr lang="en-US" altLang="ko-KR" dirty="0"/>
              <a:t>(Herbert Xu)</a:t>
            </a:r>
            <a:r>
              <a:rPr lang="ko-KR" altLang="en-US" dirty="0"/>
              <a:t>가 리눅스로 이식</a:t>
            </a:r>
            <a:r>
              <a:rPr lang="en-US" altLang="ko-KR" dirty="0"/>
              <a:t>, 2002</a:t>
            </a:r>
            <a:r>
              <a:rPr lang="ko-KR" altLang="en-US" dirty="0"/>
              <a:t>년 </a:t>
            </a:r>
            <a:r>
              <a:rPr lang="en-US" altLang="ko-KR" dirty="0"/>
              <a:t>dash</a:t>
            </a:r>
            <a:r>
              <a:rPr lang="ko-KR" altLang="en-US" dirty="0"/>
              <a:t>로 변경</a:t>
            </a:r>
          </a:p>
          <a:p>
            <a:pPr lvl="2"/>
            <a:r>
              <a:rPr lang="ko-KR" altLang="en-US" dirty="0"/>
              <a:t>우분투</a:t>
            </a:r>
            <a:r>
              <a:rPr lang="en-US" altLang="ko-KR" dirty="0"/>
              <a:t>(Ubuntu)</a:t>
            </a:r>
            <a:r>
              <a:rPr lang="ko-KR" altLang="en-US" dirty="0"/>
              <a:t>에서 </a:t>
            </a:r>
            <a:r>
              <a:rPr lang="en-US" altLang="ko-KR" dirty="0"/>
              <a:t>6.10 </a:t>
            </a:r>
            <a:r>
              <a:rPr lang="ko-KR" altLang="en-US" dirty="0"/>
              <a:t>버전부터 기본 시스템 셸로 사용</a:t>
            </a:r>
          </a:p>
          <a:p>
            <a:pPr lvl="2"/>
            <a:r>
              <a:rPr lang="en-US" altLang="ko-KR" dirty="0"/>
              <a:t>/bin/</a:t>
            </a:r>
            <a:r>
              <a:rPr lang="en-US" altLang="ko-KR" dirty="0" err="1"/>
              <a:t>sh</a:t>
            </a:r>
            <a:r>
              <a:rPr lang="ko-KR" altLang="en-US" dirty="0"/>
              <a:t>를 확인하면 </a:t>
            </a:r>
            <a:r>
              <a:rPr lang="en-US" altLang="ko-KR" dirty="0"/>
              <a:t>dash</a:t>
            </a:r>
            <a:r>
              <a:rPr lang="ko-KR" altLang="en-US" dirty="0"/>
              <a:t>로 </a:t>
            </a:r>
            <a:r>
              <a:rPr lang="ko-KR" altLang="en-US" dirty="0" err="1"/>
              <a:t>심볼릭</a:t>
            </a:r>
            <a:r>
              <a:rPr lang="ko-KR" altLang="en-US" dirty="0"/>
              <a:t> 링크됨 </a:t>
            </a:r>
            <a:r>
              <a:rPr lang="en-US" altLang="ko-KR" dirty="0"/>
              <a:t>(ls -l /bin/</a:t>
            </a:r>
            <a:r>
              <a:rPr lang="en-US" altLang="ko-KR" dirty="0" err="1"/>
              <a:t>sh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Dash = Debian Almquist Shell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098B4B-57BD-B9B5-6B86-178712442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943225"/>
            <a:ext cx="798195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E2C7786-6ED3-C53A-87E1-E8DFA90FF8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셸</a:t>
            </a:r>
            <a:r>
              <a:rPr lang="en-US" altLang="ko-KR" dirty="0"/>
              <a:t> </a:t>
            </a:r>
            <a:r>
              <a:rPr lang="ko-KR" altLang="en-US" dirty="0"/>
              <a:t>기본 사용법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FF7595-50CE-1BF2-8774-C9C82AF477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Section 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8874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C32D3-F6DB-0F5A-9FD3-CA10B055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1783A-112E-C61C-7294-EBE8EB8F5D3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로그인 셸과 서브 셸</a:t>
            </a:r>
            <a:endParaRPr lang="en-US" altLang="ko-KR" dirty="0"/>
          </a:p>
          <a:p>
            <a:pPr lvl="1"/>
            <a:r>
              <a:rPr lang="ko-KR" altLang="en-US" dirty="0"/>
              <a:t>로그인 셸</a:t>
            </a:r>
          </a:p>
          <a:p>
            <a:pPr lvl="2"/>
            <a:r>
              <a:rPr lang="ko-KR" altLang="en-US" dirty="0"/>
              <a:t>사용자가 로그인하면 자동 실행됨</a:t>
            </a:r>
            <a:endParaRPr lang="en-US" altLang="ko-KR" dirty="0"/>
          </a:p>
          <a:p>
            <a:pPr lvl="2"/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/passwd </a:t>
            </a:r>
            <a:r>
              <a:rPr lang="ko-KR" altLang="en-US" dirty="0"/>
              <a:t>파일에서 기본 셸을 확인할 수 있음</a:t>
            </a:r>
            <a:endParaRPr lang="en-US" altLang="ko-KR" dirty="0"/>
          </a:p>
          <a:p>
            <a:pPr lvl="2"/>
            <a:r>
              <a:rPr lang="ko-KR" altLang="en-US" dirty="0"/>
              <a:t>특정 사용자 계정의 기본 셸을 검색하려면 </a:t>
            </a:r>
            <a:r>
              <a:rPr lang="en-US" altLang="ko-KR" dirty="0"/>
              <a:t>grep user1 /</a:t>
            </a:r>
            <a:r>
              <a:rPr lang="en-US" altLang="ko-KR" dirty="0" err="1"/>
              <a:t>etc</a:t>
            </a:r>
            <a:r>
              <a:rPr lang="en-US" altLang="ko-KR" dirty="0"/>
              <a:t>/passwd </a:t>
            </a:r>
            <a:r>
              <a:rPr lang="ko-KR" altLang="en-US" dirty="0"/>
              <a:t>명령을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303B16-EF1E-24FC-83CB-3685E06B1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45" y="3284984"/>
            <a:ext cx="801052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54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F7486-499A-461B-1E44-507158F9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609BD5-9B4D-108F-0F41-76865A1A775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서브 셸</a:t>
            </a:r>
          </a:p>
          <a:p>
            <a:pPr lvl="2"/>
            <a:r>
              <a:rPr lang="ko-KR" altLang="en-US" dirty="0"/>
              <a:t>사용자가 프롬프트에서 새로 실행한 셸</a:t>
            </a:r>
            <a:endParaRPr lang="en-US" altLang="ko-KR" dirty="0"/>
          </a:p>
          <a:p>
            <a:pPr lvl="2"/>
            <a:r>
              <a:rPr lang="ko-KR" altLang="en-US" dirty="0"/>
              <a:t>서브 셸은 또 다른 서브 셸을 생성할 수 있으며 여러 개가 연결될 수 있음</a:t>
            </a:r>
            <a:endParaRPr lang="en-US" altLang="ko-KR" dirty="0"/>
          </a:p>
          <a:p>
            <a:pPr lvl="2"/>
            <a:r>
              <a:rPr lang="ko-KR" altLang="en-US" dirty="0"/>
              <a:t>서브 셸을 종료하려면 </a:t>
            </a:r>
            <a:r>
              <a:rPr lang="en-US" altLang="ko-KR" dirty="0"/>
              <a:t>Ctrl + D </a:t>
            </a:r>
            <a:r>
              <a:rPr lang="ko-KR" altLang="en-US" dirty="0"/>
              <a:t>또는 </a:t>
            </a:r>
            <a:r>
              <a:rPr lang="en-US" altLang="ko-KR" dirty="0"/>
              <a:t>exit</a:t>
            </a:r>
            <a:r>
              <a:rPr lang="ko-KR" altLang="en-US" dirty="0"/>
              <a:t>을 입력</a:t>
            </a:r>
            <a:endParaRPr lang="en-US" altLang="ko-KR" dirty="0"/>
          </a:p>
          <a:p>
            <a:pPr lvl="2"/>
            <a:r>
              <a:rPr lang="ko-KR" altLang="en-US" dirty="0"/>
              <a:t>서브 셸을 종료하면 이전 셸 환경으로 돌아가며</a:t>
            </a:r>
            <a:r>
              <a:rPr lang="en-US" altLang="ko-KR" dirty="0"/>
              <a:t>, </a:t>
            </a:r>
            <a:r>
              <a:rPr lang="ko-KR" altLang="en-US" dirty="0"/>
              <a:t>로그인 셸에서 </a:t>
            </a:r>
            <a:r>
              <a:rPr lang="en-US" altLang="ko-KR" dirty="0"/>
              <a:t>exit</a:t>
            </a:r>
            <a:r>
              <a:rPr lang="ko-KR" altLang="en-US" dirty="0"/>
              <a:t>하면 로그아웃됨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8EE142-BD81-8327-04E8-5590D352E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429000"/>
            <a:ext cx="28479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51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B433D-114D-88FE-7741-582BB948C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FABAA8-D167-6C9B-BEA2-F2D6B0B8366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로그인 셸 변경</a:t>
            </a:r>
            <a:r>
              <a:rPr lang="en-US" altLang="ko-KR" dirty="0"/>
              <a:t>: </a:t>
            </a:r>
            <a:r>
              <a:rPr lang="en-US" altLang="ko-KR" dirty="0" err="1"/>
              <a:t>chsh</a:t>
            </a:r>
            <a:endParaRPr lang="en-US" altLang="ko-KR" dirty="0"/>
          </a:p>
          <a:p>
            <a:pPr lvl="2"/>
            <a:r>
              <a:rPr lang="ko-KR" altLang="en-US" dirty="0"/>
              <a:t>기본적으로 우분투 리눅스는 </a:t>
            </a:r>
            <a:r>
              <a:rPr lang="ko-KR" altLang="en-US" dirty="0" err="1"/>
              <a:t>배시셸</a:t>
            </a:r>
            <a:r>
              <a:rPr lang="en-US" altLang="ko-KR" dirty="0"/>
              <a:t>(Bash)</a:t>
            </a:r>
            <a:r>
              <a:rPr lang="ko-KR" altLang="en-US" dirty="0"/>
              <a:t>을 로그인 셸로 사용</a:t>
            </a:r>
            <a:endParaRPr lang="en-US" altLang="ko-KR" dirty="0"/>
          </a:p>
          <a:p>
            <a:pPr lvl="2"/>
            <a:r>
              <a:rPr lang="ko-KR" altLang="en-US" dirty="0"/>
              <a:t>사용자가 원하는 경우 다른 셸로 변경 가능 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해당 셸이 설치되어 있어야 함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로그인 셸 변경 명령어</a:t>
            </a:r>
            <a:r>
              <a:rPr lang="en-US" altLang="ko-KR" dirty="0"/>
              <a:t>: </a:t>
            </a:r>
            <a:r>
              <a:rPr lang="en-US" altLang="ko-KR" dirty="0" err="1"/>
              <a:t>chsh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1029B7-2DC2-90BD-E3FB-3A8CB9599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782627"/>
            <a:ext cx="79819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08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66FE8-1AE0-869F-2D22-66792B90E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ECCEF-C9A6-B60E-3236-96267F7A0D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en-US" altLang="ko-KR" dirty="0" err="1"/>
              <a:t>chsh</a:t>
            </a:r>
            <a:r>
              <a:rPr lang="en-US" altLang="ko-KR" dirty="0"/>
              <a:t> </a:t>
            </a:r>
            <a:r>
              <a:rPr lang="ko-KR" altLang="en-US" dirty="0"/>
              <a:t>명령으로 변경할 수 있는 셸은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/shells </a:t>
            </a:r>
            <a:r>
              <a:rPr lang="ko-KR" altLang="en-US" dirty="0"/>
              <a:t>파일에 지정됨</a:t>
            </a:r>
          </a:p>
          <a:p>
            <a:pPr lvl="2"/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/shells </a:t>
            </a:r>
            <a:r>
              <a:rPr lang="ko-KR" altLang="en-US" dirty="0"/>
              <a:t>파일을 확인하면 사용 가능한 셸 목록을 볼 수 있음</a:t>
            </a:r>
          </a:p>
          <a:p>
            <a:pPr lvl="2"/>
            <a:r>
              <a:rPr lang="ko-KR" altLang="en-US" dirty="0"/>
              <a:t>일반적으로 사용 가능한 셸</a:t>
            </a:r>
            <a:r>
              <a:rPr lang="en-US" altLang="ko-KR" dirty="0"/>
              <a:t>: </a:t>
            </a:r>
            <a:r>
              <a:rPr lang="ko-KR" altLang="en-US" dirty="0" err="1"/>
              <a:t>본셸</a:t>
            </a:r>
            <a:r>
              <a:rPr lang="en-US" altLang="ko-KR" dirty="0"/>
              <a:t>(/bin/</a:t>
            </a:r>
            <a:r>
              <a:rPr lang="en-US" altLang="ko-KR" dirty="0" err="1"/>
              <a:t>sh</a:t>
            </a:r>
            <a:r>
              <a:rPr lang="en-US" altLang="ko-KR" dirty="0"/>
              <a:t>), </a:t>
            </a:r>
            <a:r>
              <a:rPr lang="ko-KR" altLang="en-US" dirty="0" err="1"/>
              <a:t>배시셸</a:t>
            </a:r>
            <a:r>
              <a:rPr lang="en-US" altLang="ko-KR" dirty="0"/>
              <a:t>(/bin/bash), </a:t>
            </a:r>
            <a:r>
              <a:rPr lang="ko-KR" altLang="en-US" dirty="0" err="1"/>
              <a:t>대시셸</a:t>
            </a:r>
            <a:r>
              <a:rPr lang="en-US" altLang="ko-KR" dirty="0"/>
              <a:t>(/</a:t>
            </a:r>
            <a:r>
              <a:rPr lang="en-US" altLang="ko-KR" dirty="0" err="1"/>
              <a:t>usr</a:t>
            </a:r>
            <a:r>
              <a:rPr lang="en-US" altLang="ko-KR" dirty="0"/>
              <a:t>/bin/dash)</a:t>
            </a:r>
          </a:p>
          <a:p>
            <a:pPr lvl="2"/>
            <a:r>
              <a:rPr lang="en-US" altLang="ko-KR" dirty="0" err="1"/>
              <a:t>rbash</a:t>
            </a:r>
            <a:r>
              <a:rPr lang="ko-KR" altLang="en-US" dirty="0"/>
              <a:t>는 기능이 제한된 </a:t>
            </a:r>
            <a:r>
              <a:rPr lang="ko-KR" altLang="en-US" dirty="0" err="1"/>
              <a:t>배시셸로</a:t>
            </a:r>
            <a:r>
              <a:rPr lang="ko-KR" altLang="en-US" dirty="0"/>
              <a:t> 특정 상황에서만 사용됨</a:t>
            </a:r>
          </a:p>
          <a:p>
            <a:pPr lvl="2"/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65DD49D-9F4E-3B91-1D08-70065A68E4F3}"/>
              </a:ext>
            </a:extLst>
          </p:cNvPr>
          <p:cNvGrpSpPr/>
          <p:nvPr/>
        </p:nvGrpSpPr>
        <p:grpSpPr>
          <a:xfrm>
            <a:off x="566737" y="3068960"/>
            <a:ext cx="8010525" cy="3292252"/>
            <a:chOff x="566737" y="2247900"/>
            <a:chExt cx="8010525" cy="329225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ACEFF06-1E13-60F7-EFBF-8A2DFB19D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737" y="2247900"/>
              <a:ext cx="8010525" cy="23622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745073A-241A-FD68-95B9-B9D587372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312" y="4606702"/>
              <a:ext cx="7953375" cy="933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817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9477B-FB80-6E10-C14A-82AC77C6D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D9E5D7-0A1C-032C-7B7A-0188062988E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로그인 셸 변경 시 절대 경로 사용 필요</a:t>
            </a:r>
          </a:p>
          <a:p>
            <a:pPr lvl="2"/>
            <a:r>
              <a:rPr lang="ko-KR" altLang="en-US" dirty="0"/>
              <a:t>절대 경로 없이 실행하면 오류 발생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절대 경로로 지정하면 변경 가능 </a:t>
            </a:r>
            <a:r>
              <a:rPr lang="en-US" altLang="ko-KR" dirty="0"/>
              <a:t>(</a:t>
            </a:r>
            <a:r>
              <a:rPr lang="ko-KR" altLang="en-US" dirty="0"/>
              <a:t>성공 메시지는 출력되지 않음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로그인 셸 변경 확인 </a:t>
            </a:r>
            <a:r>
              <a:rPr lang="en-US" altLang="ko-KR" dirty="0"/>
              <a:t>(/</a:t>
            </a:r>
            <a:r>
              <a:rPr lang="en-US" altLang="ko-KR" dirty="0" err="1"/>
              <a:t>etc</a:t>
            </a:r>
            <a:r>
              <a:rPr lang="en-US" altLang="ko-KR" dirty="0"/>
              <a:t>/passwd </a:t>
            </a:r>
            <a:r>
              <a:rPr lang="ko-KR" altLang="en-US" dirty="0"/>
              <a:t>확인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  <a:p>
            <a:pPr lvl="4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D33139-B362-2961-FDEF-895676BE8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060848"/>
            <a:ext cx="8020050" cy="12858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E8BB56-2517-1AC6-41D8-4F12F5ED8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4005064"/>
            <a:ext cx="7962900" cy="9239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BEE68E8-358C-2F44-B401-C2FAE3A78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610050"/>
            <a:ext cx="8001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23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50E4D-A12D-FC9A-2159-4E77AD32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16C84-DFB2-7650-3E11-3DEE96EE771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en-US" altLang="ko-KR" dirty="0"/>
              <a:t>-s </a:t>
            </a:r>
            <a:r>
              <a:rPr lang="ko-KR" altLang="en-US" dirty="0"/>
              <a:t>옵션 없이 </a:t>
            </a:r>
            <a:r>
              <a:rPr lang="en-US" altLang="ko-KR" dirty="0" err="1"/>
              <a:t>chsh</a:t>
            </a:r>
            <a:r>
              <a:rPr lang="en-US" altLang="ko-KR" dirty="0"/>
              <a:t> </a:t>
            </a:r>
            <a:r>
              <a:rPr lang="ko-KR" altLang="en-US" dirty="0"/>
              <a:t>실행 시</a:t>
            </a:r>
            <a:r>
              <a:rPr lang="en-US" altLang="ko-KR" dirty="0"/>
              <a:t>, </a:t>
            </a:r>
            <a:r>
              <a:rPr lang="ko-KR" altLang="en-US" dirty="0"/>
              <a:t>직접 셸을 입력하거나 </a:t>
            </a:r>
            <a:r>
              <a:rPr lang="en-US" altLang="ko-KR" dirty="0"/>
              <a:t>Enter</a:t>
            </a:r>
            <a:r>
              <a:rPr lang="ko-KR" altLang="en-US" dirty="0"/>
              <a:t>로 기본값 사용</a:t>
            </a:r>
          </a:p>
          <a:p>
            <a:pPr lvl="2"/>
            <a:r>
              <a:rPr lang="ko-KR" altLang="en-US" dirty="0"/>
              <a:t>변경 후 확인 </a:t>
            </a:r>
            <a:r>
              <a:rPr lang="en-US" altLang="ko-KR" dirty="0"/>
              <a:t>(/bin/bash</a:t>
            </a:r>
            <a:r>
              <a:rPr lang="ko-KR" altLang="en-US" dirty="0"/>
              <a:t>로 변경됨</a:t>
            </a:r>
            <a:r>
              <a:rPr lang="en-US" altLang="ko-KR" dirty="0"/>
              <a:t>)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E10F5B-079E-5EBB-1344-EE718AD5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2060848"/>
            <a:ext cx="80295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60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451AD-4A05-B636-9080-6B51E039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8AF80-2C8F-2AC3-44E8-7FC27B4B42B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셸 내장 명령</a:t>
            </a:r>
          </a:p>
          <a:p>
            <a:pPr lvl="2"/>
            <a:r>
              <a:rPr lang="ko-KR" altLang="en-US" dirty="0"/>
              <a:t>셸 내부에 포함된 명령으로 별도의 실행 파일이 없음</a:t>
            </a:r>
          </a:p>
          <a:p>
            <a:pPr lvl="2"/>
            <a:r>
              <a:rPr lang="ko-KR" altLang="en-US" dirty="0"/>
              <a:t>대표적인 내장 명령</a:t>
            </a:r>
            <a:r>
              <a:rPr lang="en-US" altLang="ko-KR" dirty="0"/>
              <a:t>: cd</a:t>
            </a:r>
          </a:p>
          <a:p>
            <a:pPr lvl="2"/>
            <a:r>
              <a:rPr lang="ko-KR" altLang="en-US" dirty="0"/>
              <a:t>일반적인 리눅스 명령은 </a:t>
            </a:r>
            <a:r>
              <a:rPr lang="en-US" altLang="ko-KR" dirty="0"/>
              <a:t>/bin </a:t>
            </a:r>
            <a:r>
              <a:rPr lang="ko-KR" altLang="en-US" dirty="0"/>
              <a:t>또는 </a:t>
            </a:r>
            <a:r>
              <a:rPr lang="en-US" altLang="ko-KR" dirty="0"/>
              <a:t>/</a:t>
            </a:r>
            <a:r>
              <a:rPr lang="en-US" altLang="ko-KR" dirty="0" err="1"/>
              <a:t>usr</a:t>
            </a:r>
            <a:r>
              <a:rPr lang="en-US" altLang="ko-KR" dirty="0"/>
              <a:t>/bin </a:t>
            </a:r>
            <a:r>
              <a:rPr lang="ko-KR" altLang="en-US" dirty="0"/>
              <a:t>디렉터리에 실행 파일로 존재하지만</a:t>
            </a:r>
            <a:r>
              <a:rPr lang="en-US" altLang="ko-KR" dirty="0"/>
              <a:t>, </a:t>
            </a:r>
            <a:r>
              <a:rPr lang="ko-KR" altLang="en-US" dirty="0"/>
              <a:t>내장 명령은 해당 없음</a:t>
            </a:r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2"/>
            <a:r>
              <a:rPr lang="ko-KR" altLang="en-US" dirty="0"/>
              <a:t>일반적인 실행 파일은 </a:t>
            </a:r>
            <a:r>
              <a:rPr lang="en-US" altLang="ko-KR" dirty="0"/>
              <a:t>file </a:t>
            </a:r>
            <a:r>
              <a:rPr lang="ko-KR" altLang="en-US" dirty="0"/>
              <a:t>명령으로 확인 가능</a:t>
            </a:r>
          </a:p>
          <a:p>
            <a:pPr lvl="2"/>
            <a:r>
              <a:rPr lang="ko-KR" altLang="en-US" dirty="0"/>
              <a:t>실행 파일은 바이너리 파일이므로 </a:t>
            </a:r>
            <a:r>
              <a:rPr lang="en-US" altLang="ko-KR" dirty="0"/>
              <a:t>cat </a:t>
            </a:r>
            <a:r>
              <a:rPr lang="ko-KR" altLang="en-US" dirty="0"/>
              <a:t>명령으로 내용 확인 불가</a:t>
            </a:r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FE9B12-7BD1-00CC-A379-FE8C32200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3068960"/>
            <a:ext cx="8010525" cy="18859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61B0FC-9333-F194-413C-F895E2737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661248"/>
            <a:ext cx="79819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00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BB572-B844-741F-DC30-81A8B944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실습해보기 </a:t>
            </a:r>
            <a:r>
              <a:rPr lang="en-US" altLang="ko-KR" dirty="0"/>
              <a:t>5-1] </a:t>
            </a:r>
            <a:r>
              <a:rPr lang="ko-KR" altLang="en-US" dirty="0"/>
              <a:t>셸 변경과 내장 명령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1C1C5B-C7A2-D20E-090D-7016373DC48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560700" lvl="2" indent="-457200">
              <a:buFont typeface="+mj-ea"/>
              <a:buAutoNum type="circleNumDbPlain"/>
            </a:pPr>
            <a:r>
              <a:rPr lang="ko-KR" altLang="en-US" dirty="0"/>
              <a:t>변경이 가능한 셸의 목록을 확인한다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ko-KR" altLang="en-US" dirty="0"/>
              <a:t>현재 로그인 셸을 </a:t>
            </a:r>
            <a:r>
              <a:rPr lang="ko-KR" altLang="en-US" dirty="0" err="1"/>
              <a:t>대시셸로</a:t>
            </a:r>
            <a:r>
              <a:rPr lang="ko-KR" altLang="en-US" dirty="0"/>
              <a:t> 변경한다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ko-KR" altLang="en-US" dirty="0"/>
              <a:t>현재 로그인 셸이 </a:t>
            </a:r>
            <a:r>
              <a:rPr lang="ko-KR" altLang="en-US" dirty="0" err="1"/>
              <a:t>대시셸로</a:t>
            </a:r>
            <a:r>
              <a:rPr lang="ko-KR" altLang="en-US" dirty="0"/>
              <a:t> 변경되었는지 확인한다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/>
              <a:t>alias </a:t>
            </a:r>
            <a:r>
              <a:rPr lang="ko-KR" altLang="en-US" dirty="0"/>
              <a:t>명령의 실행 파일이 있는지 확인한다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/>
              <a:t>man </a:t>
            </a:r>
            <a:r>
              <a:rPr lang="ko-KR" altLang="en-US" dirty="0"/>
              <a:t>명령이 실행 파일인지 확인한다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 err="1"/>
              <a:t>zgrep</a:t>
            </a:r>
            <a:r>
              <a:rPr lang="en-US" altLang="ko-KR" dirty="0"/>
              <a:t> </a:t>
            </a:r>
            <a:r>
              <a:rPr lang="ko-KR" altLang="en-US" dirty="0"/>
              <a:t>명령이 실행 파일인지 확인한다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ko-KR" altLang="en-US" dirty="0"/>
              <a:t>현재 로그인 셸을 </a:t>
            </a:r>
            <a:r>
              <a:rPr lang="ko-KR" altLang="en-US" dirty="0" err="1"/>
              <a:t>배시셸로</a:t>
            </a:r>
            <a:r>
              <a:rPr lang="ko-KR" altLang="en-US" dirty="0"/>
              <a:t> 변경한다</a:t>
            </a:r>
            <a:r>
              <a:rPr lang="en-US" altLang="ko-KR" dirty="0"/>
              <a:t>.</a:t>
            </a:r>
          </a:p>
          <a:p>
            <a:pPr marL="560700" lvl="2" indent="-457200">
              <a:buFont typeface="+mj-ea"/>
              <a:buAutoNum type="circleNumDbPlain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2039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B6A956-830E-59DE-F6DB-83AF0B44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D462C2-4F20-7E97-91C6-810F1949963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특수문자 사용 방법</a:t>
            </a:r>
            <a:endParaRPr lang="en-US" altLang="ko-KR" dirty="0"/>
          </a:p>
          <a:p>
            <a:pPr lvl="2"/>
            <a:r>
              <a:rPr lang="ko-KR" altLang="en-US" dirty="0"/>
              <a:t>특수문자는 셸에서 특별한 의미를 가지며</a:t>
            </a:r>
            <a:r>
              <a:rPr lang="en-US" altLang="ko-KR" dirty="0"/>
              <a:t>, </a:t>
            </a:r>
            <a:r>
              <a:rPr lang="ko-KR" altLang="en-US" dirty="0"/>
              <a:t>특정 기능을 수행</a:t>
            </a:r>
          </a:p>
          <a:p>
            <a:pPr lvl="2"/>
            <a:r>
              <a:rPr lang="ko-KR" altLang="en-US" dirty="0"/>
              <a:t>사용자가 명령을 입력하면 셸이 특수문자를 확인 후 적절한 형태로 변환하여 실행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특수문자 *</a:t>
            </a:r>
          </a:p>
          <a:p>
            <a:pPr lvl="2"/>
            <a:r>
              <a:rPr lang="ko-KR" altLang="en-US" dirty="0"/>
              <a:t>임의의 문자열을 의미하며 </a:t>
            </a:r>
            <a:r>
              <a:rPr lang="en-US" altLang="ko-KR" dirty="0"/>
              <a:t>0</a:t>
            </a:r>
            <a:r>
              <a:rPr lang="ko-KR" altLang="en-US" dirty="0"/>
              <a:t>개 이상의 문자로 대체됨</a:t>
            </a:r>
          </a:p>
          <a:p>
            <a:pPr lvl="2"/>
            <a:r>
              <a:rPr lang="ko-KR" altLang="en-US" dirty="0"/>
              <a:t>파일명 패턴 지정 및 검색에 자주 사용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12B718-2F47-2507-135A-6913F88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3897052"/>
            <a:ext cx="80486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23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848AB-A4F2-68B7-6BED-25720898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1FD6C-60EE-51D5-C18D-7DDE8FB24A2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/>
          <a:p>
            <a:pPr lvl="2"/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 </a:t>
            </a:r>
            <a:r>
              <a:rPr lang="ko-KR" altLang="en-US" dirty="0"/>
              <a:t>디렉터리에서 </a:t>
            </a:r>
            <a:r>
              <a:rPr lang="en-US" altLang="ko-KR" dirty="0"/>
              <a:t>pas</a:t>
            </a:r>
            <a:r>
              <a:rPr lang="ko-KR" altLang="en-US" dirty="0"/>
              <a:t>로 시작하는 모든 파일 출력한 예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특수문자 </a:t>
            </a:r>
            <a:r>
              <a:rPr lang="en-US" altLang="ko-KR" dirty="0"/>
              <a:t>?</a:t>
            </a:r>
            <a:r>
              <a:rPr lang="ko-KR" altLang="en-US" dirty="0"/>
              <a:t>와 </a:t>
            </a:r>
            <a:r>
              <a:rPr lang="en-US" altLang="ko-KR" dirty="0"/>
              <a:t>[ ]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134B1A-D385-E47C-AFC6-3513AC980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628800"/>
            <a:ext cx="7981950" cy="952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8B89C2-2170-26B3-E0C4-E5722F93C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17032"/>
            <a:ext cx="8001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21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5EF17-B35A-29D1-1D77-8D71D5B9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3F33AC-3EF4-8394-B38E-2209699BFAF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특수문자 </a:t>
            </a:r>
            <a:r>
              <a:rPr lang="en-US" altLang="ko-KR" dirty="0"/>
              <a:t>~</a:t>
            </a:r>
            <a:r>
              <a:rPr lang="ko-KR" altLang="en-US" dirty="0"/>
              <a:t>와 </a:t>
            </a:r>
            <a:r>
              <a:rPr lang="en-US" altLang="ko-KR" dirty="0"/>
              <a:t>–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특수문자 </a:t>
            </a:r>
            <a:r>
              <a:rPr lang="en-US" altLang="ko-KR" dirty="0"/>
              <a:t>;</a:t>
            </a:r>
            <a:r>
              <a:rPr lang="ko-KR" altLang="en-US" dirty="0"/>
              <a:t>과 </a:t>
            </a:r>
            <a:r>
              <a:rPr lang="en-US" altLang="ko-KR" dirty="0"/>
              <a:t>|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DB901D-E34D-432E-3E14-472DC0688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628800"/>
            <a:ext cx="8010525" cy="28670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14EEA1-9F97-E34B-BD1B-CF978346C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4979616"/>
            <a:ext cx="70485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262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190B0-DA24-551B-0AD5-EF2C2173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DF40D2-6E92-E19D-57CE-D9931F5E57A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특수문자 ‘ ’와 “ ”</a:t>
            </a:r>
            <a:r>
              <a:rPr lang="en-US" altLang="ko-KR" dirty="0"/>
              <a:t>, ` `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C8DEDA-716A-295C-659A-FAD052403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1592684"/>
            <a:ext cx="7991475" cy="1866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13E7A3-2350-F597-44A0-DA2E51FA5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3645024"/>
            <a:ext cx="80105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44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B9100-6A17-3C59-A83E-B4E0A8E90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DA138F-AE7F-8793-C351-8A41B2A457C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특수문자 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특수문자 </a:t>
            </a:r>
            <a:r>
              <a:rPr lang="en-US" altLang="ko-KR" dirty="0"/>
              <a:t>&gt;, &gt;&gt;, &lt;</a:t>
            </a:r>
          </a:p>
          <a:p>
            <a:pPr lvl="2"/>
            <a:r>
              <a:rPr lang="ko-KR" altLang="en-US" dirty="0"/>
              <a:t>입출력의 방향을 변경</a:t>
            </a:r>
            <a:endParaRPr lang="en-US" altLang="ko-KR" dirty="0"/>
          </a:p>
          <a:p>
            <a:pPr lvl="2"/>
            <a:r>
              <a:rPr lang="ko-KR" altLang="en-US" dirty="0"/>
              <a:t>다음 절에서 설명함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BF289D-E98A-56D9-FB2D-E78F801E9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1628800"/>
            <a:ext cx="69151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35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631CC-043B-ACA3-9DF0-CDBE6314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실습해보기 </a:t>
            </a:r>
            <a:r>
              <a:rPr lang="en-US" altLang="ko-KR" dirty="0"/>
              <a:t>5-2] </a:t>
            </a:r>
            <a:r>
              <a:rPr lang="ko-KR" altLang="en-US" dirty="0"/>
              <a:t>특수문자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E0D875-5EF3-14A2-23D1-C1F7E00ED1A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560700" lvl="2" indent="-457200">
              <a:buFont typeface="+mj-ea"/>
              <a:buAutoNum type="circleNumDbPlain"/>
            </a:pPr>
            <a:r>
              <a:rPr lang="en-US" altLang="ko-KR" dirty="0"/>
              <a:t>user1 </a:t>
            </a:r>
            <a:r>
              <a:rPr lang="ko-KR" altLang="en-US" dirty="0"/>
              <a:t>계정의 홈 디렉터리로 이동한다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 </a:t>
            </a:r>
            <a:r>
              <a:rPr lang="ko-KR" altLang="en-US" dirty="0"/>
              <a:t>디렉터리에서 </a:t>
            </a:r>
            <a:r>
              <a:rPr lang="en-US" altLang="ko-KR" dirty="0"/>
              <a:t>ho</a:t>
            </a:r>
            <a:r>
              <a:rPr lang="ko-KR" altLang="en-US" dirty="0"/>
              <a:t>로 시작하는 모든 파일을 출력한다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/>
              <a:t>study </a:t>
            </a:r>
            <a:r>
              <a:rPr lang="ko-KR" altLang="en-US" dirty="0"/>
              <a:t>디렉터리에 </a:t>
            </a:r>
            <a:r>
              <a:rPr lang="en-US" altLang="ko-KR" dirty="0"/>
              <a:t>ch05 </a:t>
            </a:r>
            <a:r>
              <a:rPr lang="ko-KR" altLang="en-US" dirty="0"/>
              <a:t>디렉터리를 생성한다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 </a:t>
            </a:r>
            <a:r>
              <a:rPr lang="ko-KR" altLang="en-US" dirty="0"/>
              <a:t>디렉터리에서 </a:t>
            </a:r>
            <a:r>
              <a:rPr lang="en-US" altLang="ko-KR" dirty="0"/>
              <a:t>a, b, c </a:t>
            </a:r>
            <a:r>
              <a:rPr lang="ko-KR" altLang="en-US" dirty="0"/>
              <a:t>중 한 문자로 시작하고 </a:t>
            </a:r>
            <a:r>
              <a:rPr lang="en-US" altLang="ko-KR" dirty="0" err="1"/>
              <a:t>c.onf</a:t>
            </a:r>
            <a:r>
              <a:rPr lang="ko-KR" altLang="en-US" dirty="0"/>
              <a:t>로 끝나는 모든 파일을 </a:t>
            </a:r>
            <a:r>
              <a:rPr lang="en-US" altLang="ko-KR" dirty="0"/>
              <a:t>study/ch05 </a:t>
            </a:r>
            <a:r>
              <a:rPr lang="ko-KR" altLang="en-US" dirty="0"/>
              <a:t>디렉터리로 복사한다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/>
              <a:t>study/ch05 </a:t>
            </a:r>
            <a:r>
              <a:rPr lang="ko-KR" altLang="en-US" dirty="0"/>
              <a:t>디렉터리에 있는 </a:t>
            </a:r>
            <a:r>
              <a:rPr lang="en-US" altLang="ko-KR" dirty="0" err="1"/>
              <a:t>adduser.conf</a:t>
            </a:r>
            <a:r>
              <a:rPr lang="en-US" altLang="ko-KR" dirty="0"/>
              <a:t> </a:t>
            </a:r>
            <a:r>
              <a:rPr lang="ko-KR" altLang="en-US" dirty="0"/>
              <a:t>파일의 내용을 화면 단위로 확인한다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/>
              <a:t>$USER</a:t>
            </a:r>
            <a:r>
              <a:rPr lang="ko-KR" altLang="en-US" dirty="0"/>
              <a:t>를 문자 그대로 출력하는 두 가지 방법을 사용해본다</a:t>
            </a:r>
            <a:r>
              <a:rPr lang="en-US" altLang="ko-KR" dirty="0"/>
              <a:t>. </a:t>
            </a:r>
          </a:p>
          <a:p>
            <a:pPr marL="560700" lvl="2" indent="-457200">
              <a:buFont typeface="+mj-ea"/>
              <a:buAutoNum type="circleNumDbPlain"/>
            </a:pPr>
            <a:r>
              <a:rPr lang="en-US" altLang="ko-KR" dirty="0" err="1"/>
              <a:t>uname</a:t>
            </a:r>
            <a:r>
              <a:rPr lang="en-US" altLang="ko-KR" dirty="0"/>
              <a:t> -n </a:t>
            </a:r>
            <a:r>
              <a:rPr lang="ko-KR" altLang="en-US" dirty="0"/>
              <a:t>명령은 호스트 이름을 출력한다</a:t>
            </a:r>
            <a:r>
              <a:rPr lang="en-US" altLang="ko-KR" dirty="0"/>
              <a:t>. </a:t>
            </a:r>
            <a:r>
              <a:rPr lang="ko-KR" altLang="en-US" dirty="0"/>
              <a:t>이 명령을 사용하여 “</a:t>
            </a:r>
            <a:r>
              <a:rPr lang="en-US" altLang="ko-KR" dirty="0"/>
              <a:t>Hostname: </a:t>
            </a:r>
            <a:r>
              <a:rPr lang="ko-KR" altLang="en-US" dirty="0" err="1"/>
              <a:t>호스트명”과</a:t>
            </a:r>
            <a:r>
              <a:rPr lang="ko-KR" altLang="en-US" dirty="0"/>
              <a:t> 같은 형식으로 출력한다</a:t>
            </a:r>
            <a:r>
              <a:rPr lang="en-US" altLang="ko-KR" dirty="0"/>
              <a:t>. </a:t>
            </a:r>
            <a:r>
              <a:rPr lang="ko-KR" altLang="en-US" dirty="0"/>
              <a:t>이때 호스트명에는 실제 호스트명을 출력한다</a:t>
            </a:r>
            <a:r>
              <a:rPr lang="en-US" altLang="ko-KR" dirty="0"/>
              <a:t>.</a:t>
            </a:r>
          </a:p>
          <a:p>
            <a:pPr marL="781125" lvl="4" indent="-342900">
              <a:buFont typeface="+mj-ea"/>
              <a:buAutoNum type="circleNumDbPlain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6483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18F71-1569-59C4-A6CE-417E8DBE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1C0B2F-FD58-82C6-5018-A292B279CE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96752"/>
            <a:ext cx="4646562" cy="5400600"/>
          </a:xfrm>
        </p:spPr>
        <p:txBody>
          <a:bodyPr/>
          <a:lstStyle/>
          <a:p>
            <a:r>
              <a:rPr lang="ko-KR" altLang="en-US" dirty="0"/>
              <a:t>셸 변수와 환경 변수</a:t>
            </a:r>
          </a:p>
          <a:p>
            <a:pPr lvl="1"/>
            <a:r>
              <a:rPr lang="ko-KR" altLang="en-US" dirty="0"/>
              <a:t>셸 변수</a:t>
            </a:r>
          </a:p>
          <a:p>
            <a:pPr lvl="2"/>
            <a:r>
              <a:rPr lang="ko-KR" altLang="en-US" dirty="0"/>
              <a:t>현재 셸에서만 사용 가능하며</a:t>
            </a:r>
            <a:r>
              <a:rPr lang="en-US" altLang="ko-KR" dirty="0"/>
              <a:t>, </a:t>
            </a:r>
            <a:r>
              <a:rPr lang="ko-KR" altLang="en-US" dirty="0"/>
              <a:t>서브 셸로 전달되지 않음</a:t>
            </a:r>
          </a:p>
          <a:p>
            <a:pPr lvl="2"/>
            <a:r>
              <a:rPr lang="ko-KR" altLang="en-US" dirty="0"/>
              <a:t>각 </a:t>
            </a:r>
            <a:r>
              <a:rPr lang="ko-KR" altLang="en-US" dirty="0" err="1"/>
              <a:t>셸별로</a:t>
            </a:r>
            <a:r>
              <a:rPr lang="ko-KR" altLang="en-US" dirty="0"/>
              <a:t> 독립적인 지역 변수</a:t>
            </a:r>
            <a:endParaRPr lang="en-US" altLang="ko-KR" dirty="0"/>
          </a:p>
          <a:p>
            <a:pPr lvl="2"/>
            <a:endParaRPr lang="ko-KR" altLang="en-US" dirty="0"/>
          </a:p>
          <a:p>
            <a:pPr lvl="1"/>
            <a:r>
              <a:rPr lang="ko-KR" altLang="en-US" dirty="0"/>
              <a:t>환경 변수</a:t>
            </a:r>
          </a:p>
          <a:p>
            <a:pPr lvl="2"/>
            <a:r>
              <a:rPr lang="ko-KR" altLang="en-US" dirty="0"/>
              <a:t>현재 </a:t>
            </a:r>
            <a:r>
              <a:rPr lang="ko-KR" altLang="en-US" dirty="0" err="1"/>
              <a:t>셸뿐만</a:t>
            </a:r>
            <a:r>
              <a:rPr lang="ko-KR" altLang="en-US" dirty="0"/>
              <a:t> 아니라 서브 셸에도 전달됨</a:t>
            </a:r>
          </a:p>
          <a:p>
            <a:pPr lvl="2"/>
            <a:r>
              <a:rPr lang="ko-KR" altLang="en-US" dirty="0"/>
              <a:t>로그인 셸과 서브 셸에서 공통적으로 사용되는 전역 변수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4268E5-E9EB-46C7-2A19-A0E140A40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114" y="1700808"/>
            <a:ext cx="35623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935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A4E41-D2C4-6BF6-FA61-082C4061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CDCE1-7EFB-55FB-FE31-6C878F38DE4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환경 변수의 특징</a:t>
            </a:r>
          </a:p>
          <a:p>
            <a:pPr lvl="2"/>
            <a:r>
              <a:rPr lang="ko-KR" altLang="en-US" dirty="0"/>
              <a:t>일반적으로 대문자로 표기 </a:t>
            </a:r>
            <a:r>
              <a:rPr lang="en-US" altLang="ko-KR" dirty="0"/>
              <a:t>(PATH, HOME, USER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사용자 정보</a:t>
            </a:r>
            <a:r>
              <a:rPr lang="en-US" altLang="ko-KR" dirty="0"/>
              <a:t>, </a:t>
            </a:r>
            <a:r>
              <a:rPr lang="ko-KR" altLang="en-US" dirty="0"/>
              <a:t>명령 검색 경로</a:t>
            </a:r>
            <a:r>
              <a:rPr lang="en-US" altLang="ko-KR" dirty="0"/>
              <a:t>, </a:t>
            </a:r>
            <a:r>
              <a:rPr lang="ko-KR" altLang="en-US" dirty="0"/>
              <a:t>프롬프트 설정 등 작업 환경을 관리하는 변수 포함</a:t>
            </a:r>
          </a:p>
          <a:p>
            <a:pPr lvl="2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46B4CF-EFE4-DAB1-63F5-6F72805B3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2636912"/>
            <a:ext cx="43053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39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DFBEC-55FE-1397-240D-5DE04956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05708-AF4B-98E8-1359-300EA776CC5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전체 변수 출력하기</a:t>
            </a:r>
            <a:endParaRPr lang="en-US" altLang="ko-KR" dirty="0"/>
          </a:p>
          <a:p>
            <a:pPr lvl="2"/>
            <a:r>
              <a:rPr lang="ko-KR" altLang="en-US" dirty="0"/>
              <a:t>셸 변수와 환경 변수 모두 출력</a:t>
            </a:r>
            <a:r>
              <a:rPr lang="en-US" altLang="ko-KR" dirty="0"/>
              <a:t>: set</a:t>
            </a:r>
          </a:p>
          <a:p>
            <a:pPr lvl="2"/>
            <a:r>
              <a:rPr lang="ko-KR" altLang="en-US" dirty="0"/>
              <a:t>출력 내용이 많을 경우 </a:t>
            </a:r>
            <a:r>
              <a:rPr lang="en-US" altLang="ko-KR" dirty="0"/>
              <a:t>| more </a:t>
            </a:r>
            <a:r>
              <a:rPr lang="ko-KR" altLang="en-US" dirty="0"/>
              <a:t>옵션을 사용하여 페이지 단위로 확인 가능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B9C67F-695A-3709-0CD4-539FE495A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98663"/>
            <a:ext cx="80010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63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C8E11-6A82-BE1F-1892-A2020983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D8965-BACA-5363-A9C4-5A93FA5A387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환경 변수만 출력</a:t>
            </a:r>
            <a:r>
              <a:rPr lang="en-US" altLang="ko-KR" dirty="0"/>
              <a:t>: env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DBE1EF-0D11-82F2-9F54-CB5FE17F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628800"/>
            <a:ext cx="80200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9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BCDEB-216D-850D-C1A7-19D75E2AE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62B0A7-5E9A-CF23-1EEE-AE7D6E8898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특정 변수 출력하기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echo </a:t>
            </a:r>
            <a:r>
              <a:rPr lang="ko-KR" altLang="en-US" dirty="0"/>
              <a:t>명령을 사용하여 문자열을 출력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D9D59E-9AD4-C410-0090-E14A4D7D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00808"/>
            <a:ext cx="8001000" cy="25241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552709-8A15-A726-ADD6-A626284AC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" y="4728989"/>
            <a:ext cx="79914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361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47914-825B-8ADD-2941-7CFC5562F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92B83-7F37-18FF-3D04-8508038A66E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변수 값을 출력하려면 </a:t>
            </a:r>
            <a:r>
              <a:rPr lang="ko-KR" altLang="en-US" dirty="0" err="1"/>
              <a:t>변수명</a:t>
            </a:r>
            <a:r>
              <a:rPr lang="ko-KR" altLang="en-US" dirty="0"/>
              <a:t> 앞에 </a:t>
            </a:r>
            <a:r>
              <a:rPr lang="en-US" altLang="ko-KR" dirty="0"/>
              <a:t>$</a:t>
            </a:r>
            <a:r>
              <a:rPr lang="ko-KR" altLang="en-US" dirty="0"/>
              <a:t>를 붙여야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셸 변수 설정하기</a:t>
            </a:r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E6EA28-AB69-601E-0B08-1C9C5F9D2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3645024"/>
            <a:ext cx="8010525" cy="14001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5FEA55F-3BDF-9C32-677B-07011C31A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1632172"/>
            <a:ext cx="8010525" cy="1266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977739-1EF2-D540-CF24-07DEFBB48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" y="5027835"/>
            <a:ext cx="799147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64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62A9E-2FFB-1E09-F61D-A7A2B200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4794E-8D49-08CB-7E62-D7760A19A3F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셸 변수는 기본적으로 </a:t>
            </a:r>
            <a:r>
              <a:rPr lang="en-US" altLang="ko-KR" dirty="0"/>
              <a:t>env </a:t>
            </a:r>
            <a:r>
              <a:rPr lang="ko-KR" altLang="en-US" dirty="0"/>
              <a:t>명령으로 확인되지 않음</a:t>
            </a:r>
          </a:p>
          <a:p>
            <a:pPr lvl="2"/>
            <a:r>
              <a:rPr lang="ko-KR" altLang="en-US" dirty="0"/>
              <a:t>환경 변수로 설정하려면 </a:t>
            </a:r>
            <a:r>
              <a:rPr lang="en-US" altLang="ko-KR" dirty="0"/>
              <a:t>export </a:t>
            </a:r>
            <a:r>
              <a:rPr lang="ko-KR" altLang="en-US" dirty="0"/>
              <a:t>명령을 사용해야 함 </a:t>
            </a:r>
            <a:r>
              <a:rPr lang="en-US" altLang="ko-KR" dirty="0"/>
              <a:t>(export LINUX)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환경 변수 설정하기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F428DB-8781-BF4E-9E8B-7681F08F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60848"/>
            <a:ext cx="8001000" cy="1524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ED99F7-11C2-E86E-956B-7D08FD8FB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" y="4050754"/>
            <a:ext cx="79914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17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E035E-15CA-1BFC-6564-C31CC2453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F51FED-0A09-962A-8120-E07422E8991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39552" y="1124744"/>
            <a:ext cx="8208912" cy="5400600"/>
          </a:xfrm>
        </p:spPr>
        <p:txBody>
          <a:bodyPr/>
          <a:lstStyle/>
          <a:p>
            <a:pPr lvl="2"/>
            <a:r>
              <a:rPr lang="ko-KR" altLang="en-US" dirty="0"/>
              <a:t>이미 설정된 셸 변수를 환경 변수로 변경</a:t>
            </a:r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ko-KR" altLang="en-US" dirty="0"/>
              <a:t>셸 변수 없이 한 번에 환경 변수로 설정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환경 변수 확인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09A38F-7A2A-6063-C7F7-8E4CE4FD6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1499195"/>
            <a:ext cx="7953375" cy="12668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56E50A-FA69-9830-AC0F-430AEC05B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" y="3162275"/>
            <a:ext cx="7991475" cy="15621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76FB93B-4880-6861-3717-0387C9AA8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5114131"/>
            <a:ext cx="80200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27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1560E-E420-CF89-6228-0467813CA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19FE26-736B-9A60-98EA-630335929D0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변수 해제하기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59780B-8246-A48C-11D9-30F2EB2DC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556792"/>
            <a:ext cx="802005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500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FD0F2-A600-E003-8E65-2B1FCB43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</a:t>
            </a:r>
            <a:r>
              <a:rPr lang="ko-KR" altLang="en-US" dirty="0"/>
              <a:t>셸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BCE856-D9EF-BE19-8B74-D574E7A2F1C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설정된 변수 해제 → 아무 값도 출력되지 않음 </a:t>
            </a:r>
            <a:r>
              <a:rPr lang="en-US" altLang="ko-KR" dirty="0"/>
              <a:t>(</a:t>
            </a:r>
            <a:r>
              <a:rPr lang="ko-KR" altLang="en-US" dirty="0"/>
              <a:t>변수가 해제됨</a:t>
            </a:r>
            <a:r>
              <a:rPr lang="en-US" altLang="ko-KR" dirty="0"/>
              <a:t>)</a:t>
            </a:r>
          </a:p>
          <a:p>
            <a:pPr lvl="2"/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4C4E639-31BC-BC8B-5CEC-8531342CB6C2}"/>
              </a:ext>
            </a:extLst>
          </p:cNvPr>
          <p:cNvGrpSpPr/>
          <p:nvPr/>
        </p:nvGrpSpPr>
        <p:grpSpPr>
          <a:xfrm>
            <a:off x="576262" y="1576387"/>
            <a:ext cx="7991475" cy="3705225"/>
            <a:chOff x="576262" y="2171700"/>
            <a:chExt cx="7991475" cy="370522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CCF3D5F-9D6E-94A1-7423-344606A5D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5787" y="2171700"/>
              <a:ext cx="7972425" cy="251460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7CB942E-1E49-DCC8-A79D-AF0370986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262" y="4686300"/>
              <a:ext cx="7991475" cy="1190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042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F8A77-1CEE-9CF3-C31E-CD2E5BEC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실습해보기 </a:t>
            </a:r>
            <a:r>
              <a:rPr lang="en-US" altLang="ko-KR" dirty="0"/>
              <a:t>5-3] </a:t>
            </a:r>
            <a:r>
              <a:rPr lang="ko-KR" altLang="en-US" dirty="0"/>
              <a:t>변수 설정하기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C7DDE-5671-9139-0E77-6C593563190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셸 변수에 </a:t>
            </a:r>
            <a:r>
              <a:rPr lang="en-US" altLang="ko-KR" dirty="0"/>
              <a:t>HOSTNAME</a:t>
            </a:r>
            <a:r>
              <a:rPr lang="ko-KR" altLang="en-US" dirty="0"/>
              <a:t>이 설정되어 있는지 확인한다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환경 변수에 </a:t>
            </a:r>
            <a:r>
              <a:rPr lang="en-US" altLang="ko-KR" dirty="0"/>
              <a:t>TERM</a:t>
            </a:r>
            <a:r>
              <a:rPr lang="ko-KR" altLang="en-US" dirty="0"/>
              <a:t>이 설정되어 있는지 확인한다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환경 변수 </a:t>
            </a:r>
            <a:r>
              <a:rPr lang="en-US" altLang="ko-KR" dirty="0"/>
              <a:t>LANG</a:t>
            </a:r>
            <a:r>
              <a:rPr lang="ko-KR" altLang="en-US" dirty="0"/>
              <a:t>에 설정된 값을 출력한다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셸 변수 </a:t>
            </a:r>
            <a:r>
              <a:rPr lang="en-US" altLang="ko-KR" dirty="0"/>
              <a:t>HAN</a:t>
            </a:r>
            <a:r>
              <a:rPr lang="ko-KR" altLang="en-US" dirty="0"/>
              <a:t>의 값을 </a:t>
            </a:r>
            <a:r>
              <a:rPr lang="en-US" altLang="ko-KR" dirty="0" err="1"/>
              <a:t>han</a:t>
            </a:r>
            <a:r>
              <a:rPr lang="ko-KR" altLang="en-US" dirty="0"/>
              <a:t>으로 설정한다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환경 변수 </a:t>
            </a:r>
            <a:r>
              <a:rPr lang="en-US" altLang="ko-KR" dirty="0"/>
              <a:t>BIT</a:t>
            </a:r>
            <a:r>
              <a:rPr lang="ko-KR" altLang="en-US" dirty="0"/>
              <a:t>의 값을 </a:t>
            </a:r>
            <a:r>
              <a:rPr lang="en-US" altLang="ko-KR" dirty="0"/>
              <a:t>bit</a:t>
            </a:r>
            <a:r>
              <a:rPr lang="ko-KR" altLang="en-US" dirty="0"/>
              <a:t>로 설정한다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 err="1"/>
              <a:t>본셸을</a:t>
            </a:r>
            <a:r>
              <a:rPr lang="ko-KR" altLang="en-US" dirty="0"/>
              <a:t> 실행하여 서브 셸로 이동한다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셸 변수 </a:t>
            </a:r>
            <a:r>
              <a:rPr lang="en-US" altLang="ko-KR" dirty="0"/>
              <a:t>HAN</a:t>
            </a:r>
            <a:r>
              <a:rPr lang="ko-KR" altLang="en-US" dirty="0"/>
              <a:t>의 값을 확인한다</a:t>
            </a:r>
            <a:r>
              <a:rPr lang="en-US" altLang="ko-KR" dirty="0"/>
              <a:t>. </a:t>
            </a:r>
            <a:r>
              <a:rPr lang="ko-KR" altLang="en-US" dirty="0"/>
              <a:t>값이 출력되는가</a:t>
            </a:r>
            <a:r>
              <a:rPr lang="en-US" altLang="ko-KR" dirty="0"/>
              <a:t>?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환경 변수 </a:t>
            </a:r>
            <a:r>
              <a:rPr lang="en-US" altLang="ko-KR" dirty="0"/>
              <a:t>BIT</a:t>
            </a:r>
            <a:r>
              <a:rPr lang="ko-KR" altLang="en-US" dirty="0"/>
              <a:t>의 값을 확인한다</a:t>
            </a:r>
            <a:r>
              <a:rPr lang="en-US" altLang="ko-KR" dirty="0"/>
              <a:t>. </a:t>
            </a:r>
            <a:r>
              <a:rPr lang="ko-KR" altLang="en-US" dirty="0"/>
              <a:t>값이 출력되는가</a:t>
            </a:r>
            <a:r>
              <a:rPr lang="en-US" altLang="ko-KR" dirty="0"/>
              <a:t>?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서브 셸에서 로그인 셸로 복귀한다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변수 </a:t>
            </a:r>
            <a:r>
              <a:rPr lang="en-US" altLang="ko-KR" dirty="0"/>
              <a:t>HAN</a:t>
            </a:r>
            <a:r>
              <a:rPr lang="ko-KR" altLang="en-US" dirty="0"/>
              <a:t>과 </a:t>
            </a:r>
            <a:r>
              <a:rPr lang="en-US" altLang="ko-KR" dirty="0"/>
              <a:t>BIT</a:t>
            </a:r>
            <a:r>
              <a:rPr lang="ko-KR" altLang="en-US" dirty="0"/>
              <a:t>의 설정을 해제한다</a:t>
            </a:r>
            <a:r>
              <a:rPr lang="en-US" altLang="ko-KR" dirty="0"/>
              <a:t>.</a:t>
            </a:r>
          </a:p>
          <a:p>
            <a:pPr marL="608325" lvl="2" indent="-342900">
              <a:buFont typeface="+mj-ea"/>
              <a:buAutoNum type="circleNumDbPlain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5476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7D584F-9DE7-1C54-FF98-AA0939A21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입출력 방향 변경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17DAB9-5B4B-7808-591E-8114405FDC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210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38F31-1B87-74DD-7D40-C3A4A8F5C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3734E2-4B93-6225-D60F-CE02735EE2E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표준 입출력 장치</a:t>
            </a:r>
            <a:endParaRPr lang="en-US" altLang="ko-KR" dirty="0"/>
          </a:p>
          <a:p>
            <a:pPr lvl="2"/>
            <a:r>
              <a:rPr lang="ko-KR" altLang="en-US" b="1" dirty="0"/>
              <a:t>표준 입력 장치</a:t>
            </a:r>
            <a:r>
              <a:rPr lang="en-US" altLang="ko-KR" b="1" dirty="0"/>
              <a:t>: </a:t>
            </a:r>
            <a:r>
              <a:rPr lang="ko-KR" altLang="en-US" dirty="0"/>
              <a:t>셸이 정보를 </a:t>
            </a:r>
            <a:r>
              <a:rPr lang="ko-KR" altLang="en-US" dirty="0" err="1"/>
              <a:t>입력받는</a:t>
            </a:r>
            <a:r>
              <a:rPr lang="ko-KR" altLang="en-US" dirty="0"/>
              <a:t> 장치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/>
              <a:t>키보드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b="1" dirty="0"/>
              <a:t>표준 출력 장치</a:t>
            </a:r>
            <a:r>
              <a:rPr lang="en-US" altLang="ko-KR" b="1" dirty="0"/>
              <a:t>: </a:t>
            </a:r>
            <a:r>
              <a:rPr lang="ko-KR" altLang="en-US" dirty="0"/>
              <a:t>실행 결과를 내보내는 장치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/>
              <a:t>화면</a:t>
            </a:r>
            <a:r>
              <a:rPr lang="en-US" altLang="ko-KR" dirty="0"/>
              <a:t>(</a:t>
            </a:r>
            <a:r>
              <a:rPr lang="ko-KR" altLang="en-US" dirty="0"/>
              <a:t>모니터</a:t>
            </a:r>
            <a:r>
              <a:rPr lang="en-US" altLang="ko-KR" dirty="0"/>
              <a:t>))</a:t>
            </a:r>
          </a:p>
          <a:p>
            <a:pPr lvl="2"/>
            <a:r>
              <a:rPr lang="ko-KR" altLang="en-US" b="1" dirty="0"/>
              <a:t>표준 오류 장치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오류 메시지를 출력하는 장치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/>
              <a:t>화면</a:t>
            </a:r>
            <a:r>
              <a:rPr lang="en-US" altLang="ko-KR" dirty="0"/>
              <a:t>(</a:t>
            </a:r>
            <a:r>
              <a:rPr lang="ko-KR" altLang="en-US" dirty="0"/>
              <a:t>모니터</a:t>
            </a:r>
            <a:r>
              <a:rPr lang="en-US" altLang="ko-KR" dirty="0"/>
              <a:t>))</a:t>
            </a:r>
          </a:p>
          <a:p>
            <a:pPr lvl="2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B1D7BC0-2D8F-BA17-6F08-6C4A60896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3068960"/>
            <a:ext cx="657225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897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7B3C5-9EE6-C261-5342-BCF2AB4B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67426-D5FC-2582-698F-8010E46504E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파일 </a:t>
            </a:r>
            <a:r>
              <a:rPr lang="ko-KR" altLang="en-US" dirty="0" err="1"/>
              <a:t>디스크립터</a:t>
            </a:r>
            <a:r>
              <a:rPr lang="ko-KR" altLang="en-US" dirty="0"/>
              <a:t> </a:t>
            </a:r>
            <a:r>
              <a:rPr lang="en-US" altLang="ko-KR" dirty="0"/>
              <a:t>(File Descriptor)</a:t>
            </a:r>
          </a:p>
          <a:p>
            <a:pPr lvl="2"/>
            <a:r>
              <a:rPr lang="ko-KR" altLang="en-US" dirty="0"/>
              <a:t>리눅스에서 모든 입출력 장치는 파일로 관리됨</a:t>
            </a:r>
          </a:p>
          <a:p>
            <a:pPr lvl="2"/>
            <a:r>
              <a:rPr lang="ko-KR" altLang="en-US" dirty="0"/>
              <a:t>셸이 작업 중 필요한 파일에 일련번호</a:t>
            </a:r>
            <a:r>
              <a:rPr lang="en-US" altLang="ko-KR" dirty="0"/>
              <a:t>(</a:t>
            </a:r>
            <a:r>
              <a:rPr lang="ko-KR" altLang="en-US" dirty="0"/>
              <a:t>파일 </a:t>
            </a:r>
            <a:r>
              <a:rPr lang="ko-KR" altLang="en-US" dirty="0" err="1"/>
              <a:t>디스크립터</a:t>
            </a:r>
            <a:r>
              <a:rPr lang="en-US" altLang="ko-KR" dirty="0"/>
              <a:t>)</a:t>
            </a:r>
            <a:r>
              <a:rPr lang="ko-KR" altLang="en-US" dirty="0"/>
              <a:t>를 부여하여 관리</a:t>
            </a:r>
          </a:p>
          <a:p>
            <a:pPr lvl="2"/>
            <a:r>
              <a:rPr lang="ko-KR" altLang="en-US" dirty="0"/>
              <a:t>입출력 장치 변경 시 파일 </a:t>
            </a:r>
            <a:r>
              <a:rPr lang="ko-KR" altLang="en-US" dirty="0" err="1"/>
              <a:t>디스크립터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2"/>
            <a:r>
              <a:rPr lang="ko-KR" altLang="en-US" dirty="0"/>
              <a:t>표준 입출력 장치를 파일로 바꾸는 것을 </a:t>
            </a:r>
            <a:r>
              <a:rPr lang="ko-KR" altLang="en-US" dirty="0" err="1"/>
              <a:t>리다이렉션이라고</a:t>
            </a:r>
            <a:r>
              <a:rPr lang="ko-KR" altLang="en-US" dirty="0"/>
              <a:t> 함</a:t>
            </a:r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8A3BE4-4F4F-DAA4-9D74-63A6D9D0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429744"/>
            <a:ext cx="63246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624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408D7-4355-5E7D-91CF-378B7D24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AF7E43-3355-01BC-4054-D970E57DEB7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출력 </a:t>
            </a:r>
            <a:r>
              <a:rPr lang="ko-KR" altLang="en-US" dirty="0" err="1"/>
              <a:t>리다이렉션</a:t>
            </a:r>
            <a:endParaRPr lang="en-US" altLang="ko-KR" dirty="0"/>
          </a:p>
          <a:p>
            <a:pPr lvl="2"/>
            <a:r>
              <a:rPr lang="ko-KR" altLang="en-US" dirty="0"/>
              <a:t>출력 </a:t>
            </a:r>
            <a:r>
              <a:rPr lang="ko-KR" altLang="en-US" dirty="0" err="1"/>
              <a:t>리다이렉션은</a:t>
            </a:r>
            <a:r>
              <a:rPr lang="ko-KR" altLang="en-US" dirty="0"/>
              <a:t> 명령의 실행 결과를 화면 대신 파일로 저장하는 방법</a:t>
            </a:r>
          </a:p>
          <a:p>
            <a:pPr lvl="2"/>
            <a:r>
              <a:rPr lang="ko-KR" altLang="en-US" dirty="0"/>
              <a:t>파일 내용 덮어쓰기 </a:t>
            </a:r>
            <a:r>
              <a:rPr lang="en-US" altLang="ko-KR" dirty="0"/>
              <a:t>(&gt;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기존 파일의 내용을 삭제하고 새로운 결과를 저장</a:t>
            </a:r>
          </a:p>
          <a:p>
            <a:pPr lvl="2"/>
            <a:r>
              <a:rPr lang="ko-KR" altLang="en-US" b="1" dirty="0"/>
              <a:t>사용 형식</a:t>
            </a:r>
          </a:p>
          <a:p>
            <a:pPr lvl="3"/>
            <a:r>
              <a:rPr lang="ko-KR" altLang="en-US" dirty="0"/>
              <a:t>명령 </a:t>
            </a:r>
            <a:r>
              <a:rPr lang="en-US" altLang="ko-KR" dirty="0"/>
              <a:t>1&gt; </a:t>
            </a:r>
            <a:r>
              <a:rPr lang="ko-KR" altLang="en-US" dirty="0"/>
              <a:t>파일명 </a:t>
            </a:r>
            <a:r>
              <a:rPr lang="en-US" altLang="ko-KR" dirty="0"/>
              <a:t>(</a:t>
            </a:r>
            <a:r>
              <a:rPr lang="ko-KR" altLang="en-US" dirty="0"/>
              <a:t>파일 </a:t>
            </a:r>
            <a:r>
              <a:rPr lang="ko-KR" altLang="en-US" dirty="0" err="1"/>
              <a:t>디스크립터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은 표준 출력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/>
              <a:t>명령 </a:t>
            </a:r>
            <a:r>
              <a:rPr lang="en-US" altLang="ko-KR" dirty="0"/>
              <a:t>&gt; </a:t>
            </a:r>
            <a:r>
              <a:rPr lang="ko-KR" altLang="en-US" dirty="0"/>
              <a:t>파일명 </a:t>
            </a:r>
            <a:r>
              <a:rPr lang="en-US" altLang="ko-KR" dirty="0"/>
              <a:t>(1</a:t>
            </a:r>
            <a:r>
              <a:rPr lang="ko-KR" altLang="en-US" dirty="0"/>
              <a:t>은 생략 가능</a:t>
            </a:r>
            <a:r>
              <a:rPr lang="en-US" altLang="ko-KR" dirty="0"/>
              <a:t>)</a:t>
            </a:r>
          </a:p>
          <a:p>
            <a:pPr lvl="3"/>
            <a:endParaRPr lang="en-US" altLang="ko-KR" dirty="0"/>
          </a:p>
          <a:p>
            <a:pPr lvl="1"/>
            <a:r>
              <a:rPr lang="ko-KR" altLang="en-US" dirty="0"/>
              <a:t>출력 </a:t>
            </a:r>
            <a:r>
              <a:rPr lang="ko-KR" altLang="en-US" dirty="0" err="1"/>
              <a:t>리다이렉션</a:t>
            </a:r>
            <a:r>
              <a:rPr lang="ko-KR" altLang="en-US" dirty="0"/>
              <a:t> 시 파일 처리 방식</a:t>
            </a:r>
            <a:endParaRPr lang="en-US" altLang="ko-KR" dirty="0"/>
          </a:p>
          <a:p>
            <a:pPr lvl="2"/>
            <a:r>
              <a:rPr lang="en-US" altLang="ko-KR" dirty="0"/>
              <a:t>&gt; </a:t>
            </a:r>
            <a:r>
              <a:rPr lang="ko-KR" altLang="en-US" dirty="0" err="1"/>
              <a:t>리다이렉션을</a:t>
            </a:r>
            <a:r>
              <a:rPr lang="ko-KR" altLang="en-US" dirty="0"/>
              <a:t> 사용하면 지정한 파일이 없을 경우 자동 생성됨</a:t>
            </a:r>
          </a:p>
          <a:p>
            <a:pPr lvl="2"/>
            <a:r>
              <a:rPr lang="ko-KR" altLang="en-US" dirty="0"/>
              <a:t>파일이 존재할 경우 기존 내용이 삭제되고 새로운 내용으로 대체됨</a:t>
            </a:r>
          </a:p>
          <a:p>
            <a:pPr lvl="2"/>
            <a:r>
              <a:rPr lang="ko-KR" altLang="en-US" dirty="0"/>
              <a:t>출력 </a:t>
            </a:r>
            <a:r>
              <a:rPr lang="ko-KR" altLang="en-US" dirty="0" err="1"/>
              <a:t>리다이렉션을</a:t>
            </a:r>
            <a:r>
              <a:rPr lang="ko-KR" altLang="en-US" dirty="0"/>
              <a:t> 사용하기 전에 파일 존재 여부를 확인하는 것이 중요함</a:t>
            </a:r>
          </a:p>
          <a:p>
            <a:pPr lvl="4"/>
            <a:endParaRPr lang="ko-KR" altLang="en-US" dirty="0"/>
          </a:p>
          <a:p>
            <a:pPr lvl="3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16210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B5507-E60E-E6A7-952D-5E843B7EF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24D2398-09AB-C7EE-D077-612F90F952E7}"/>
              </a:ext>
            </a:extLst>
          </p:cNvPr>
          <p:cNvGrpSpPr/>
          <p:nvPr/>
        </p:nvGrpSpPr>
        <p:grpSpPr>
          <a:xfrm>
            <a:off x="571500" y="1363340"/>
            <a:ext cx="8001000" cy="5067424"/>
            <a:chOff x="571500" y="1933575"/>
            <a:chExt cx="8001000" cy="5067424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BE52092-680D-92C0-8150-B9F63CC96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262" y="1933575"/>
              <a:ext cx="7991475" cy="299085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12BF72D-D95E-EEF7-905A-EB4DC665E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4924549"/>
              <a:ext cx="8001000" cy="2076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8600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896A8-6F8F-42D8-C80C-CD6004BC9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1BC0FB-3773-6E75-A41E-EDF9786BE30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en-US" altLang="ko-KR" dirty="0"/>
              <a:t>&gt;</a:t>
            </a:r>
            <a:r>
              <a:rPr lang="ko-KR" altLang="en-US" dirty="0"/>
              <a:t>를 사용하면 기존 파일 내용이 덮어씌워지므로</a:t>
            </a:r>
            <a:r>
              <a:rPr lang="en-US" altLang="ko-KR" dirty="0"/>
              <a:t>, </a:t>
            </a:r>
            <a:r>
              <a:rPr lang="ko-KR" altLang="en-US" dirty="0"/>
              <a:t>연속 실행 시 마지막 명령의 결과만 남음</a:t>
            </a:r>
          </a:p>
          <a:p>
            <a:pPr lvl="2"/>
            <a:r>
              <a:rPr lang="ko-KR" altLang="en-US" dirty="0"/>
              <a:t>예상치 못한 덮어쓰기를 방지하려면 </a:t>
            </a:r>
            <a:r>
              <a:rPr lang="en-US" altLang="ko-KR" dirty="0"/>
              <a:t>set </a:t>
            </a:r>
            <a:r>
              <a:rPr lang="ko-KR" altLang="en-US" dirty="0"/>
              <a:t>명령을 사용하여 보호 설정 적용 가능</a:t>
            </a:r>
          </a:p>
          <a:p>
            <a:pPr lvl="2"/>
            <a:r>
              <a:rPr lang="ko-KR" altLang="en-US" dirty="0"/>
              <a:t>항상 적용하려면 사용자 초기화 파일에 설정을 추가하면 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해제하려면 </a:t>
            </a:r>
            <a:r>
              <a:rPr lang="en-US" altLang="ko-KR" dirty="0"/>
              <a:t>set </a:t>
            </a:r>
            <a:r>
              <a:rPr lang="ko-KR" altLang="en-US" dirty="0"/>
              <a:t>명령에 </a:t>
            </a:r>
            <a:r>
              <a:rPr lang="en-US" altLang="ko-KR" dirty="0"/>
              <a:t>+ </a:t>
            </a:r>
            <a:r>
              <a:rPr lang="ko-KR" altLang="en-US" dirty="0"/>
              <a:t>옵션을 사용</a:t>
            </a:r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B44476-4C70-D0F4-1810-F57643F6B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790825"/>
            <a:ext cx="8020050" cy="12763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C22A897-CC9E-8C89-8D97-2B85F2060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846488"/>
            <a:ext cx="798195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282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19E89-0895-C23A-9C7A-84974FA0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592BD-C9C8-2595-33D8-DF583097A23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파일에 내용 추가하기</a:t>
            </a:r>
          </a:p>
          <a:p>
            <a:pPr lvl="2"/>
            <a:r>
              <a:rPr lang="en-US" altLang="ko-KR" dirty="0"/>
              <a:t>&gt;&gt;</a:t>
            </a:r>
            <a:r>
              <a:rPr lang="ko-KR" altLang="en-US" dirty="0"/>
              <a:t>를 사용하면 기존 파일 내용을 유지하면서 새로운 내용을 추가할 수 있음</a:t>
            </a:r>
          </a:p>
          <a:p>
            <a:pPr lvl="2"/>
            <a:r>
              <a:rPr lang="ko-KR" altLang="en-US" dirty="0"/>
              <a:t>파일이 없으면 새로 생성하고</a:t>
            </a:r>
            <a:r>
              <a:rPr lang="en-US" altLang="ko-KR" dirty="0"/>
              <a:t>, </a:t>
            </a:r>
            <a:r>
              <a:rPr lang="ko-KR" altLang="en-US" dirty="0"/>
              <a:t>있으면 기존 내용 뒤에 추가됨</a:t>
            </a:r>
          </a:p>
          <a:p>
            <a:pPr lvl="2"/>
            <a:r>
              <a:rPr lang="ko-KR" altLang="en-US" dirty="0"/>
              <a:t>사용 형식</a:t>
            </a:r>
            <a:r>
              <a:rPr lang="en-US" altLang="ko-KR" dirty="0"/>
              <a:t>: </a:t>
            </a:r>
            <a:r>
              <a:rPr lang="ko-KR" altLang="en-US" dirty="0"/>
              <a:t>명령 </a:t>
            </a:r>
            <a:r>
              <a:rPr lang="en-US" altLang="ko-KR" dirty="0"/>
              <a:t>&gt;&gt; </a:t>
            </a:r>
            <a:r>
              <a:rPr lang="ko-KR" altLang="en-US" dirty="0"/>
              <a:t>파일명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7B6072-527C-FB71-38E4-997094220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2809875"/>
            <a:ext cx="80200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13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D9167-993A-56DC-67EE-17661867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B0129-3C2F-0B8B-02F5-2D5F0ED2A1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오류 </a:t>
            </a:r>
            <a:r>
              <a:rPr lang="ko-KR" altLang="en-US" dirty="0" err="1"/>
              <a:t>리다이렉션</a:t>
            </a:r>
            <a:endParaRPr lang="en-US" altLang="ko-KR" dirty="0"/>
          </a:p>
          <a:p>
            <a:pPr lvl="2"/>
            <a:r>
              <a:rPr lang="ko-KR" altLang="en-US" dirty="0"/>
              <a:t>셸은 정상 실행 결과</a:t>
            </a:r>
            <a:r>
              <a:rPr lang="en-US" altLang="ko-KR" dirty="0"/>
              <a:t>(</a:t>
            </a:r>
            <a:r>
              <a:rPr lang="ko-KR" altLang="en-US" dirty="0"/>
              <a:t>표준 출력</a:t>
            </a:r>
            <a:r>
              <a:rPr lang="en-US" altLang="ko-KR" dirty="0"/>
              <a:t>)</a:t>
            </a:r>
            <a:r>
              <a:rPr lang="ko-KR" altLang="en-US" dirty="0"/>
              <a:t>와 오류 메시지</a:t>
            </a:r>
            <a:r>
              <a:rPr lang="en-US" altLang="ko-KR" dirty="0"/>
              <a:t>(</a:t>
            </a:r>
            <a:r>
              <a:rPr lang="ko-KR" altLang="en-US" dirty="0"/>
              <a:t>표준 오류</a:t>
            </a:r>
            <a:r>
              <a:rPr lang="en-US" altLang="ko-KR" dirty="0"/>
              <a:t>)</a:t>
            </a:r>
            <a:r>
              <a:rPr lang="ko-KR" altLang="en-US" dirty="0"/>
              <a:t>를 출력함</a:t>
            </a:r>
          </a:p>
          <a:p>
            <a:pPr lvl="2"/>
            <a:r>
              <a:rPr lang="ko-KR" altLang="en-US" dirty="0"/>
              <a:t>기본적으로 둘 다 화면에 출력되지만</a:t>
            </a:r>
            <a:r>
              <a:rPr lang="en-US" altLang="ko-KR" dirty="0"/>
              <a:t>, </a:t>
            </a:r>
            <a:r>
              <a:rPr lang="ko-KR" altLang="en-US" dirty="0"/>
              <a:t>표준 오류도 </a:t>
            </a:r>
            <a:r>
              <a:rPr lang="ko-KR" altLang="en-US" dirty="0" err="1"/>
              <a:t>리다이렉션</a:t>
            </a:r>
            <a:r>
              <a:rPr lang="ko-KR" altLang="en-US" dirty="0"/>
              <a:t> 가능</a:t>
            </a:r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  <a:p>
            <a:pPr lvl="2"/>
            <a:r>
              <a:rPr lang="ko-KR" altLang="en-US" dirty="0"/>
              <a:t>정상적으로 실행된 명령 </a:t>
            </a:r>
            <a:r>
              <a:rPr lang="en-US" altLang="ko-KR" dirty="0"/>
              <a:t>(ls) → </a:t>
            </a:r>
            <a:r>
              <a:rPr lang="ko-KR" altLang="en-US" dirty="0"/>
              <a:t>표준 출력 장치</a:t>
            </a:r>
            <a:r>
              <a:rPr lang="en-US" altLang="ko-KR" dirty="0"/>
              <a:t>(</a:t>
            </a:r>
            <a:r>
              <a:rPr lang="ko-KR" altLang="en-US" dirty="0"/>
              <a:t>화면</a:t>
            </a:r>
            <a:r>
              <a:rPr lang="en-US" altLang="ko-KR" dirty="0"/>
              <a:t>)</a:t>
            </a:r>
            <a:r>
              <a:rPr lang="ko-KR" altLang="en-US" dirty="0"/>
              <a:t>에 출력됨</a:t>
            </a:r>
          </a:p>
          <a:p>
            <a:pPr lvl="2"/>
            <a:r>
              <a:rPr lang="ko-KR" altLang="en-US" dirty="0"/>
              <a:t>잘못된 명령 </a:t>
            </a:r>
            <a:r>
              <a:rPr lang="en-US" altLang="ko-KR" dirty="0"/>
              <a:t>(ls /user1) → </a:t>
            </a:r>
            <a:r>
              <a:rPr lang="ko-KR" altLang="en-US" dirty="0"/>
              <a:t>오류 메시지가 표준 오류 장치</a:t>
            </a:r>
            <a:r>
              <a:rPr lang="en-US" altLang="ko-KR" dirty="0"/>
              <a:t>(</a:t>
            </a:r>
            <a:r>
              <a:rPr lang="ko-KR" altLang="en-US" dirty="0"/>
              <a:t>화면</a:t>
            </a:r>
            <a:r>
              <a:rPr lang="en-US" altLang="ko-KR" dirty="0"/>
              <a:t>)</a:t>
            </a:r>
            <a:r>
              <a:rPr lang="ko-KR" altLang="en-US" dirty="0"/>
              <a:t>에 출력됨</a:t>
            </a:r>
          </a:p>
          <a:p>
            <a:pPr lvl="2"/>
            <a:r>
              <a:rPr lang="ko-KR" altLang="en-US" dirty="0"/>
              <a:t>표준 출력과 표준 오류는 화면에 같이 보이지만</a:t>
            </a:r>
            <a:r>
              <a:rPr lang="en-US" altLang="ko-KR" dirty="0"/>
              <a:t>, </a:t>
            </a:r>
            <a:r>
              <a:rPr lang="ko-KR" altLang="en-US" dirty="0"/>
              <a:t>서로 다르게 관리됨</a:t>
            </a:r>
          </a:p>
          <a:p>
            <a:pPr lvl="2"/>
            <a:r>
              <a:rPr lang="ko-KR" altLang="en-US" dirty="0"/>
              <a:t>이를 확인하려면 표준 출력만 </a:t>
            </a:r>
            <a:r>
              <a:rPr lang="ko-KR" altLang="en-US" dirty="0" err="1"/>
              <a:t>리다이렉션하여</a:t>
            </a:r>
            <a:r>
              <a:rPr lang="ko-KR" altLang="en-US" dirty="0"/>
              <a:t> 비교 가능</a:t>
            </a:r>
          </a:p>
          <a:p>
            <a:pPr lvl="2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B15925-3B21-4920-651E-EAB2DB5D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490787"/>
            <a:ext cx="798195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13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5C9CE-B2C6-A9FA-A460-F35C17FD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EB96F-7260-8AB7-5891-F8DECAA4E6D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표준 출력</a:t>
            </a:r>
            <a:r>
              <a:rPr lang="en-US" altLang="ko-KR" dirty="0"/>
              <a:t>(1&gt;)</a:t>
            </a:r>
            <a:r>
              <a:rPr lang="ko-KR" altLang="en-US" dirty="0"/>
              <a:t>은 정상적으로 파일에 저장되었지만</a:t>
            </a:r>
            <a:r>
              <a:rPr lang="en-US" altLang="ko-KR" dirty="0"/>
              <a:t>, </a:t>
            </a:r>
            <a:r>
              <a:rPr lang="ko-KR" altLang="en-US" dirty="0"/>
              <a:t>표준 오류</a:t>
            </a:r>
            <a:r>
              <a:rPr lang="en-US" altLang="ko-KR" dirty="0"/>
              <a:t>(2&gt;)</a:t>
            </a:r>
            <a:r>
              <a:rPr lang="ko-KR" altLang="en-US" dirty="0"/>
              <a:t>는 별도로 </a:t>
            </a:r>
            <a:r>
              <a:rPr lang="ko-KR" altLang="en-US" dirty="0" err="1"/>
              <a:t>리다이렉션해야</a:t>
            </a:r>
            <a:r>
              <a:rPr lang="ko-KR" altLang="en-US" dirty="0"/>
              <a:t> 함</a:t>
            </a:r>
          </a:p>
          <a:p>
            <a:pPr lvl="2"/>
            <a:r>
              <a:rPr lang="ko-KR" altLang="en-US" dirty="0"/>
              <a:t>기본적으로 </a:t>
            </a:r>
            <a:r>
              <a:rPr lang="en-US" altLang="ko-KR" dirty="0"/>
              <a:t>&gt;</a:t>
            </a:r>
            <a:r>
              <a:rPr lang="ko-KR" altLang="en-US" dirty="0"/>
              <a:t>는 </a:t>
            </a:r>
            <a:r>
              <a:rPr lang="en-US" altLang="ko-KR" dirty="0"/>
              <a:t>1&gt;</a:t>
            </a:r>
            <a:r>
              <a:rPr lang="ko-KR" altLang="en-US" dirty="0"/>
              <a:t>과 동일하게 동작하여 표준 출력만 </a:t>
            </a:r>
            <a:r>
              <a:rPr lang="ko-KR" altLang="en-US" dirty="0" err="1"/>
              <a:t>리다이렉션</a:t>
            </a:r>
            <a:endParaRPr lang="ko-KR" altLang="en-US" dirty="0"/>
          </a:p>
          <a:p>
            <a:pPr lvl="2"/>
            <a:r>
              <a:rPr lang="ko-KR" altLang="en-US" dirty="0"/>
              <a:t>표준 오류</a:t>
            </a:r>
            <a:r>
              <a:rPr lang="en-US" altLang="ko-KR" dirty="0"/>
              <a:t>(stderr, </a:t>
            </a:r>
            <a:r>
              <a:rPr lang="ko-KR" altLang="en-US" dirty="0"/>
              <a:t>파일 </a:t>
            </a:r>
            <a:r>
              <a:rPr lang="ko-KR" altLang="en-US" dirty="0" err="1"/>
              <a:t>디스크립터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dirty="0" err="1"/>
              <a:t>리다이렉션하려면</a:t>
            </a:r>
            <a:r>
              <a:rPr lang="ko-KR" altLang="en-US" dirty="0"/>
              <a:t> </a:t>
            </a:r>
            <a:r>
              <a:rPr lang="en-US" altLang="ko-KR" dirty="0"/>
              <a:t>2&gt; </a:t>
            </a:r>
            <a:r>
              <a:rPr lang="ko-KR" altLang="en-US" dirty="0"/>
              <a:t>사용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5E8A4B-F421-812C-C688-99AB19D4D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196752"/>
            <a:ext cx="80105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778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FDD49-C278-1109-92D8-4ACCAE39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CF3DC4-D7D5-4A11-CB27-76ADCF36003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en-US" altLang="ko-KR" dirty="0"/>
              <a:t>2&gt;</a:t>
            </a:r>
            <a:r>
              <a:rPr lang="ko-KR" altLang="en-US" dirty="0"/>
              <a:t>는 표준 오류</a:t>
            </a:r>
            <a:r>
              <a:rPr lang="en-US" altLang="ko-KR" dirty="0"/>
              <a:t>(stderr, </a:t>
            </a:r>
            <a:r>
              <a:rPr lang="ko-KR" altLang="en-US" dirty="0"/>
              <a:t>파일 </a:t>
            </a:r>
            <a:r>
              <a:rPr lang="ko-KR" altLang="en-US" dirty="0" err="1"/>
              <a:t>디스크립터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를 지정한 파일에 저장</a:t>
            </a:r>
          </a:p>
          <a:p>
            <a:pPr lvl="2"/>
            <a:r>
              <a:rPr lang="ko-KR" altLang="en-US" dirty="0"/>
              <a:t>오류 </a:t>
            </a:r>
            <a:r>
              <a:rPr lang="ko-KR" altLang="en-US" dirty="0" err="1"/>
              <a:t>리다이렉션에서는</a:t>
            </a:r>
            <a:r>
              <a:rPr lang="ko-KR" altLang="en-US" dirty="0"/>
              <a:t> 파일 </a:t>
            </a:r>
            <a:r>
              <a:rPr lang="ko-KR" altLang="en-US" dirty="0" err="1"/>
              <a:t>디스크립터</a:t>
            </a:r>
            <a:r>
              <a:rPr lang="ko-KR" altLang="en-US" dirty="0"/>
              <a:t> 번호</a:t>
            </a:r>
            <a:r>
              <a:rPr lang="en-US" altLang="ko-KR" dirty="0"/>
              <a:t>(2&gt;)</a:t>
            </a:r>
            <a:r>
              <a:rPr lang="ko-KR" altLang="en-US" dirty="0"/>
              <a:t>를 반드시 명시해야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표준 출력과 표준 오류를 한 번에 </a:t>
            </a:r>
            <a:r>
              <a:rPr lang="ko-KR" altLang="en-US" dirty="0" err="1"/>
              <a:t>리다이렉션하기</a:t>
            </a:r>
            <a:endParaRPr lang="en-US" altLang="ko-KR" dirty="0"/>
          </a:p>
          <a:p>
            <a:pPr lvl="2"/>
            <a:r>
              <a:rPr lang="ko-KR" altLang="en-US" dirty="0"/>
              <a:t>표준 출력</a:t>
            </a:r>
            <a:r>
              <a:rPr lang="en-US" altLang="ko-KR" dirty="0"/>
              <a:t>(</a:t>
            </a:r>
            <a:r>
              <a:rPr lang="en-US" altLang="ko-KR" dirty="0" err="1"/>
              <a:t>stdout</a:t>
            </a:r>
            <a:r>
              <a:rPr lang="en-US" altLang="ko-KR" dirty="0"/>
              <a:t>)</a:t>
            </a:r>
            <a:r>
              <a:rPr lang="ko-KR" altLang="en-US" dirty="0"/>
              <a:t>과 표준 오류</a:t>
            </a:r>
            <a:r>
              <a:rPr lang="en-US" altLang="ko-KR" dirty="0"/>
              <a:t>(stderr)</a:t>
            </a:r>
            <a:r>
              <a:rPr lang="ko-KR" altLang="en-US" dirty="0"/>
              <a:t>를 각각 다른 파일에 저장 가능</a:t>
            </a:r>
          </a:p>
          <a:p>
            <a:pPr lvl="2"/>
            <a:r>
              <a:rPr lang="ko-KR" altLang="en-US" dirty="0"/>
              <a:t>방법</a:t>
            </a:r>
            <a:r>
              <a:rPr lang="en-US" altLang="ko-KR" dirty="0"/>
              <a:t>: &gt; </a:t>
            </a:r>
            <a:r>
              <a:rPr lang="ko-KR" altLang="en-US" dirty="0"/>
              <a:t>파일명 </a:t>
            </a:r>
            <a:r>
              <a:rPr lang="en-US" altLang="ko-KR" dirty="0"/>
              <a:t>(</a:t>
            </a:r>
            <a:r>
              <a:rPr lang="ko-KR" altLang="en-US" dirty="0"/>
              <a:t>표준 출력</a:t>
            </a:r>
            <a:r>
              <a:rPr lang="en-US" altLang="ko-KR" dirty="0"/>
              <a:t>) + 2&gt; </a:t>
            </a:r>
            <a:r>
              <a:rPr lang="ko-KR" altLang="en-US" dirty="0"/>
              <a:t>파일명 </a:t>
            </a:r>
            <a:r>
              <a:rPr lang="en-US" altLang="ko-KR" dirty="0"/>
              <a:t>(</a:t>
            </a:r>
            <a:r>
              <a:rPr lang="ko-KR" altLang="en-US" dirty="0"/>
              <a:t>표준 오류</a:t>
            </a:r>
            <a:r>
              <a:rPr lang="en-US" altLang="ko-KR" dirty="0"/>
              <a:t>)</a:t>
            </a:r>
          </a:p>
          <a:p>
            <a:pPr lvl="2"/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D68125-4082-4414-E508-5FC84CDB2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1988840"/>
            <a:ext cx="7953375" cy="15716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912E4A-6C5C-96BF-7AE3-1962A056C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" y="5332635"/>
            <a:ext cx="79914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147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0F165-0A4D-8F7A-7222-1A701425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FDE3A6-42B6-E274-170F-E197F86DB14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오류 메시지 버리기</a:t>
            </a:r>
          </a:p>
          <a:p>
            <a:pPr lvl="2"/>
            <a:r>
              <a:rPr lang="ko-KR" altLang="en-US" dirty="0"/>
              <a:t>오류 메시지를 무시하려면 </a:t>
            </a:r>
            <a:r>
              <a:rPr lang="en-US" altLang="ko-KR" dirty="0"/>
              <a:t>/dev/null</a:t>
            </a:r>
            <a:r>
              <a:rPr lang="ko-KR" altLang="en-US" dirty="0"/>
              <a:t>로 </a:t>
            </a:r>
            <a:r>
              <a:rPr lang="ko-KR" altLang="en-US" dirty="0" err="1"/>
              <a:t>리다이렉션</a:t>
            </a:r>
            <a:endParaRPr lang="ko-KR" altLang="en-US" dirty="0"/>
          </a:p>
          <a:p>
            <a:pPr lvl="2"/>
            <a:r>
              <a:rPr lang="en-US" altLang="ko-KR" dirty="0"/>
              <a:t>/dev/null</a:t>
            </a:r>
            <a:r>
              <a:rPr lang="ko-KR" altLang="en-US" dirty="0"/>
              <a:t>은 리눅스의 특수 파일로</a:t>
            </a:r>
            <a:r>
              <a:rPr lang="en-US" altLang="ko-KR" dirty="0"/>
              <a:t>, </a:t>
            </a:r>
            <a:r>
              <a:rPr lang="ko-KR" altLang="en-US" dirty="0"/>
              <a:t>전달된 내용이 즉시 삭제됨</a:t>
            </a:r>
          </a:p>
          <a:p>
            <a:pPr lvl="2"/>
            <a:r>
              <a:rPr lang="ko-KR" altLang="en-US" dirty="0"/>
              <a:t>복구 불가능하므로 주의해서 사용해야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표준 출력과 표준 오류를 한 파일로 </a:t>
            </a:r>
            <a:r>
              <a:rPr lang="ko-KR" altLang="en-US" dirty="0" err="1"/>
              <a:t>리다이렉션하기</a:t>
            </a:r>
            <a:endParaRPr lang="ko-KR" altLang="en-US" dirty="0"/>
          </a:p>
          <a:p>
            <a:pPr lvl="2"/>
            <a:r>
              <a:rPr lang="ko-KR" altLang="en-US" dirty="0"/>
              <a:t>표준 출력</a:t>
            </a:r>
            <a:r>
              <a:rPr lang="en-US" altLang="ko-KR" dirty="0"/>
              <a:t>(</a:t>
            </a:r>
            <a:r>
              <a:rPr lang="en-US" altLang="ko-KR" dirty="0" err="1"/>
              <a:t>stdout</a:t>
            </a:r>
            <a:r>
              <a:rPr lang="en-US" altLang="ko-KR" dirty="0"/>
              <a:t>)</a:t>
            </a:r>
            <a:r>
              <a:rPr lang="ko-KR" altLang="en-US" dirty="0"/>
              <a:t>과 표준 오류</a:t>
            </a:r>
            <a:r>
              <a:rPr lang="en-US" altLang="ko-KR" dirty="0"/>
              <a:t>(stderr)</a:t>
            </a:r>
            <a:r>
              <a:rPr lang="ko-KR" altLang="en-US" dirty="0"/>
              <a:t>를 같은 파일에 저장 가능</a:t>
            </a:r>
          </a:p>
          <a:p>
            <a:pPr lvl="2"/>
            <a:r>
              <a:rPr lang="ko-KR" altLang="en-US" dirty="0"/>
              <a:t>① 명령의 정상 실행 결과를 파일로 </a:t>
            </a:r>
            <a:r>
              <a:rPr lang="ko-KR" altLang="en-US" dirty="0" err="1"/>
              <a:t>리다이렉션한다</a:t>
            </a:r>
            <a:r>
              <a:rPr lang="en-US" altLang="ko-KR" dirty="0"/>
              <a:t>(2&gt;&amp;1). </a:t>
            </a:r>
          </a:p>
          <a:p>
            <a:pPr lvl="2"/>
            <a:r>
              <a:rPr lang="en-US" altLang="ko-KR" dirty="0"/>
              <a:t>② </a:t>
            </a:r>
            <a:r>
              <a:rPr lang="ko-KR" altLang="en-US" dirty="0"/>
              <a:t>그 명령 전체의 오류 메시지를 </a:t>
            </a:r>
            <a:r>
              <a:rPr lang="en-US" altLang="ko-KR" dirty="0"/>
              <a:t>1</a:t>
            </a:r>
            <a:r>
              <a:rPr lang="ko-KR" altLang="en-US" dirty="0"/>
              <a:t>번 파일</a:t>
            </a:r>
            <a:r>
              <a:rPr lang="en-US" altLang="ko-KR" dirty="0"/>
              <a:t>(</a:t>
            </a:r>
            <a:r>
              <a:rPr lang="ko-KR" altLang="en-US" dirty="0"/>
              <a:t>표준 출력 파일</a:t>
            </a:r>
            <a:r>
              <a:rPr lang="en-US" altLang="ko-KR" dirty="0"/>
              <a:t>, &amp;1</a:t>
            </a:r>
            <a:r>
              <a:rPr lang="ko-KR" altLang="en-US" dirty="0"/>
              <a:t>이라고 표현함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ko-KR" altLang="en-US" dirty="0" err="1"/>
              <a:t>리다이렉션한다</a:t>
            </a:r>
            <a:r>
              <a:rPr lang="en-US" altLang="ko-KR" dirty="0"/>
              <a:t>(2&gt;&amp;1).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0509D8-2988-C2C0-A59F-3311D2DDB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2924944"/>
            <a:ext cx="7953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999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999AA-774D-F857-E3A6-C38D49D88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B4CB57-EFC8-F44B-0B6B-9EE59C4368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2&gt;&amp;1 </a:t>
            </a:r>
            <a:r>
              <a:rPr lang="ko-KR" altLang="en-US" dirty="0"/>
              <a:t>의미</a:t>
            </a:r>
            <a:endParaRPr lang="en-US" altLang="ko-KR" dirty="0"/>
          </a:p>
          <a:p>
            <a:pPr lvl="3"/>
            <a:r>
              <a:rPr lang="en-US" altLang="ko-KR" dirty="0"/>
              <a:t>2&gt; → </a:t>
            </a:r>
            <a:r>
              <a:rPr lang="ko-KR" altLang="en-US" dirty="0"/>
              <a:t>표준 오류</a:t>
            </a:r>
            <a:r>
              <a:rPr lang="en-US" altLang="ko-KR" dirty="0"/>
              <a:t>(stderr)</a:t>
            </a:r>
            <a:r>
              <a:rPr lang="ko-KR" altLang="en-US" dirty="0"/>
              <a:t>를</a:t>
            </a:r>
          </a:p>
          <a:p>
            <a:pPr lvl="3"/>
            <a:r>
              <a:rPr lang="en-US" altLang="ko-KR" dirty="0"/>
              <a:t>&amp;1 → </a:t>
            </a:r>
            <a:r>
              <a:rPr lang="ko-KR" altLang="en-US" dirty="0"/>
              <a:t>표준 출력</a:t>
            </a:r>
            <a:r>
              <a:rPr lang="en-US" altLang="ko-KR" dirty="0"/>
              <a:t>(</a:t>
            </a:r>
            <a:r>
              <a:rPr lang="en-US" altLang="ko-KR" dirty="0" err="1"/>
              <a:t>stdout</a:t>
            </a:r>
            <a:r>
              <a:rPr lang="en-US" altLang="ko-KR" dirty="0"/>
              <a:t>)</a:t>
            </a:r>
            <a:r>
              <a:rPr lang="ko-KR" altLang="en-US" dirty="0"/>
              <a:t>이 지정된 파일로 보냄</a:t>
            </a:r>
          </a:p>
          <a:p>
            <a:pPr lvl="2"/>
            <a:r>
              <a:rPr lang="ko-KR" altLang="en-US" dirty="0"/>
              <a:t>주의</a:t>
            </a:r>
            <a:r>
              <a:rPr lang="en-US" altLang="ko-KR" dirty="0"/>
              <a:t>: 2&gt;</a:t>
            </a:r>
            <a:r>
              <a:rPr lang="ko-KR" altLang="en-US" dirty="0"/>
              <a:t>와 </a:t>
            </a:r>
            <a:r>
              <a:rPr lang="en-US" altLang="ko-KR" dirty="0"/>
              <a:t>&amp;1 </a:t>
            </a:r>
            <a:r>
              <a:rPr lang="ko-KR" altLang="en-US" dirty="0"/>
              <a:t>사이에 공백이 없어야 함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4043E3-FAD2-073E-D495-CF500B772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196752"/>
            <a:ext cx="802005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838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96938-CAAF-D2C6-810C-C862C1EF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8A83E-14E3-CF45-5A0B-34FD9D1112A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입력 </a:t>
            </a:r>
            <a:r>
              <a:rPr lang="ko-KR" altLang="en-US" dirty="0" err="1"/>
              <a:t>리다이렉션</a:t>
            </a:r>
            <a:endParaRPr lang="en-US" altLang="ko-KR" dirty="0"/>
          </a:p>
          <a:p>
            <a:pPr lvl="2"/>
            <a:r>
              <a:rPr lang="en-US" altLang="ko-KR" dirty="0"/>
              <a:t>&lt;</a:t>
            </a:r>
            <a:r>
              <a:rPr lang="ko-KR" altLang="en-US" dirty="0"/>
              <a:t>를 사용하면 표준 입력</a:t>
            </a:r>
            <a:r>
              <a:rPr lang="en-US" altLang="ko-KR" dirty="0"/>
              <a:t>(</a:t>
            </a:r>
            <a:r>
              <a:rPr lang="ko-KR" altLang="en-US" dirty="0"/>
              <a:t>키보드</a:t>
            </a:r>
            <a:r>
              <a:rPr lang="en-US" altLang="ko-KR" dirty="0"/>
              <a:t>)</a:t>
            </a:r>
            <a:r>
              <a:rPr lang="ko-KR" altLang="en-US" dirty="0"/>
              <a:t>을 파일에서 읽도록 변경 가능</a:t>
            </a:r>
          </a:p>
          <a:p>
            <a:pPr lvl="2"/>
            <a:r>
              <a:rPr lang="ko-KR" altLang="en-US" dirty="0"/>
              <a:t>명령 </a:t>
            </a:r>
            <a:r>
              <a:rPr lang="en-US" altLang="ko-KR" dirty="0"/>
              <a:t>0&lt; </a:t>
            </a:r>
            <a:r>
              <a:rPr lang="ko-KR" altLang="en-US" dirty="0"/>
              <a:t>파일명 </a:t>
            </a:r>
            <a:r>
              <a:rPr lang="en-US" altLang="ko-KR" dirty="0"/>
              <a:t>(</a:t>
            </a:r>
            <a:r>
              <a:rPr lang="ko-KR" altLang="en-US" dirty="0"/>
              <a:t>파일 </a:t>
            </a:r>
            <a:r>
              <a:rPr lang="ko-KR" altLang="en-US" dirty="0" err="1"/>
              <a:t>디스크립터</a:t>
            </a:r>
            <a:r>
              <a:rPr lang="ko-KR" altLang="en-US" dirty="0"/>
              <a:t> </a:t>
            </a:r>
            <a:r>
              <a:rPr lang="en-US" altLang="ko-KR" dirty="0"/>
              <a:t>0 </a:t>
            </a:r>
            <a:r>
              <a:rPr lang="ko-KR" altLang="en-US" dirty="0"/>
              <a:t>명시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명령 </a:t>
            </a:r>
            <a:r>
              <a:rPr lang="en-US" altLang="ko-KR" dirty="0"/>
              <a:t>&lt; </a:t>
            </a:r>
            <a:r>
              <a:rPr lang="ko-KR" altLang="en-US" dirty="0"/>
              <a:t>파일명 </a:t>
            </a:r>
            <a:r>
              <a:rPr lang="en-US" altLang="ko-KR" dirty="0"/>
              <a:t>(</a:t>
            </a:r>
            <a:r>
              <a:rPr lang="ko-KR" altLang="en-US" dirty="0"/>
              <a:t>파일 </a:t>
            </a:r>
            <a:r>
              <a:rPr lang="ko-KR" altLang="en-US" dirty="0" err="1"/>
              <a:t>디스크립터</a:t>
            </a:r>
            <a:r>
              <a:rPr lang="ko-KR" altLang="en-US" dirty="0"/>
              <a:t> </a:t>
            </a:r>
            <a:r>
              <a:rPr lang="en-US" altLang="ko-KR" dirty="0"/>
              <a:t>0 </a:t>
            </a:r>
            <a:r>
              <a:rPr lang="ko-KR" altLang="en-US" dirty="0"/>
              <a:t>생략 가능</a:t>
            </a:r>
            <a:r>
              <a:rPr lang="en-US" altLang="ko-KR" dirty="0"/>
              <a:t>)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85B5DC-9ABC-87C8-E7F6-EF9FD4DD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2740868"/>
            <a:ext cx="80295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54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CC818-80E4-90C1-C064-B1DC73B0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실습해보기 </a:t>
            </a:r>
            <a:r>
              <a:rPr lang="en-US" altLang="ko-KR" dirty="0"/>
              <a:t>5-4] </a:t>
            </a:r>
            <a:r>
              <a:rPr lang="ko-KR" altLang="en-US" dirty="0"/>
              <a:t>입출력 방향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CD6B7-084D-5904-4410-2E75F1D01BF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환경 변수에 </a:t>
            </a:r>
            <a:r>
              <a:rPr lang="en-US" altLang="ko-KR" dirty="0"/>
              <a:t>HOSTNAME</a:t>
            </a:r>
            <a:r>
              <a:rPr lang="ko-KR" altLang="en-US" dirty="0"/>
              <a:t>의 값을 </a:t>
            </a:r>
            <a:r>
              <a:rPr lang="en-US" altLang="ko-KR" dirty="0" err="1"/>
              <a:t>h.out</a:t>
            </a:r>
            <a:r>
              <a:rPr lang="en-US" altLang="ko-KR" dirty="0"/>
              <a:t> </a:t>
            </a:r>
            <a:r>
              <a:rPr lang="ko-KR" altLang="en-US" dirty="0"/>
              <a:t>파일에 저장한다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환경 변수에 </a:t>
            </a:r>
            <a:r>
              <a:rPr lang="en-US" altLang="ko-KR" dirty="0"/>
              <a:t>USER</a:t>
            </a:r>
            <a:r>
              <a:rPr lang="ko-KR" altLang="en-US" dirty="0"/>
              <a:t>의 값을 </a:t>
            </a:r>
            <a:r>
              <a:rPr lang="en-US" altLang="ko-KR" dirty="0" err="1"/>
              <a:t>h.out</a:t>
            </a:r>
            <a:r>
              <a:rPr lang="en-US" altLang="ko-KR" dirty="0"/>
              <a:t> </a:t>
            </a:r>
            <a:r>
              <a:rPr lang="ko-KR" altLang="en-US" dirty="0"/>
              <a:t>파일의 끝에 저장한다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/test </a:t>
            </a:r>
            <a:r>
              <a:rPr lang="ko-KR" altLang="en-US" dirty="0"/>
              <a:t>디렉터리의 내용을 </a:t>
            </a:r>
            <a:r>
              <a:rPr lang="en-US" altLang="ko-KR" dirty="0" err="1"/>
              <a:t>h.err</a:t>
            </a:r>
            <a:r>
              <a:rPr lang="en-US" altLang="ko-KR" dirty="0"/>
              <a:t> </a:t>
            </a:r>
            <a:r>
              <a:rPr lang="ko-KR" altLang="en-US" dirty="0"/>
              <a:t>파일에 저장한다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/</a:t>
            </a:r>
            <a:r>
              <a:rPr lang="en-US" altLang="ko-KR" dirty="0" err="1"/>
              <a:t>tmp</a:t>
            </a:r>
            <a:r>
              <a:rPr lang="en-US" altLang="ko-KR" dirty="0"/>
              <a:t> </a:t>
            </a:r>
            <a:r>
              <a:rPr lang="ko-KR" altLang="en-US" dirty="0"/>
              <a:t>디렉터리와 </a:t>
            </a:r>
            <a:r>
              <a:rPr lang="en-US" altLang="ko-KR" dirty="0"/>
              <a:t>/test </a:t>
            </a:r>
            <a:r>
              <a:rPr lang="ko-KR" altLang="en-US" dirty="0"/>
              <a:t>디렉터리의 내용을 </a:t>
            </a:r>
            <a:r>
              <a:rPr lang="en-US" altLang="ko-KR" dirty="0"/>
              <a:t>ls </a:t>
            </a:r>
            <a:r>
              <a:rPr lang="ko-KR" altLang="en-US" dirty="0"/>
              <a:t>명령을 확인하여 </a:t>
            </a:r>
            <a:r>
              <a:rPr lang="en-US" altLang="ko-KR" dirty="0" err="1"/>
              <a:t>h.out</a:t>
            </a:r>
            <a:r>
              <a:rPr lang="en-US" altLang="ko-KR" dirty="0"/>
              <a:t> </a:t>
            </a:r>
            <a:r>
              <a:rPr lang="ko-KR" altLang="en-US" dirty="0"/>
              <a:t>파일에 저장한다</a:t>
            </a:r>
            <a:r>
              <a:rPr lang="en-US" altLang="ko-KR" dirty="0"/>
              <a:t>. </a:t>
            </a:r>
            <a:r>
              <a:rPr lang="en-US" altLang="ko-KR" dirty="0" err="1"/>
              <a:t>h.out</a:t>
            </a:r>
            <a:r>
              <a:rPr lang="en-US" altLang="ko-KR" dirty="0"/>
              <a:t> </a:t>
            </a:r>
            <a:r>
              <a:rPr lang="ko-KR" altLang="en-US" dirty="0"/>
              <a:t>파일에 오류 메시지도 저장이 되었는가</a:t>
            </a:r>
            <a:r>
              <a:rPr lang="en-US" altLang="ko-KR" dirty="0"/>
              <a:t>?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/</a:t>
            </a:r>
            <a:r>
              <a:rPr lang="en-US" altLang="ko-KR" dirty="0" err="1"/>
              <a:t>tmp</a:t>
            </a:r>
            <a:r>
              <a:rPr lang="en-US" altLang="ko-KR" dirty="0"/>
              <a:t> </a:t>
            </a:r>
            <a:r>
              <a:rPr lang="ko-KR" altLang="en-US" dirty="0"/>
              <a:t>디렉터리와 </a:t>
            </a:r>
            <a:r>
              <a:rPr lang="en-US" altLang="ko-KR" dirty="0"/>
              <a:t>/test </a:t>
            </a:r>
            <a:r>
              <a:rPr lang="ko-KR" altLang="en-US" dirty="0"/>
              <a:t>디렉터리의 내용을 확인한 결과를 </a:t>
            </a:r>
            <a:r>
              <a:rPr lang="en-US" altLang="ko-KR" dirty="0" err="1"/>
              <a:t>h.out</a:t>
            </a:r>
            <a:r>
              <a:rPr lang="ko-KR" altLang="en-US" dirty="0"/>
              <a:t>에 저장하고 오류 메시지는 </a:t>
            </a:r>
            <a:r>
              <a:rPr lang="en-US" altLang="ko-KR" dirty="0" err="1"/>
              <a:t>h.err</a:t>
            </a:r>
            <a:r>
              <a:rPr lang="ko-KR" altLang="en-US" dirty="0"/>
              <a:t>에 저장한다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/</a:t>
            </a:r>
            <a:r>
              <a:rPr lang="en-US" altLang="ko-KR" dirty="0" err="1"/>
              <a:t>tmp</a:t>
            </a:r>
            <a:r>
              <a:rPr lang="en-US" altLang="ko-KR" dirty="0"/>
              <a:t> </a:t>
            </a:r>
            <a:r>
              <a:rPr lang="ko-KR" altLang="en-US" dirty="0"/>
              <a:t>디렉터리와 </a:t>
            </a:r>
            <a:r>
              <a:rPr lang="en-US" altLang="ko-KR" dirty="0"/>
              <a:t>/test </a:t>
            </a:r>
            <a:r>
              <a:rPr lang="ko-KR" altLang="en-US" dirty="0"/>
              <a:t>디렉터리의 내용을 확인한 결과와 오류 메시지를 </a:t>
            </a:r>
            <a:r>
              <a:rPr lang="en-US" altLang="ko-KR" dirty="0" err="1"/>
              <a:t>h.all</a:t>
            </a:r>
            <a:r>
              <a:rPr lang="en-US" altLang="ko-KR" dirty="0"/>
              <a:t> </a:t>
            </a:r>
            <a:r>
              <a:rPr lang="ko-KR" altLang="en-US" dirty="0"/>
              <a:t>파일에 함께 저장한다</a:t>
            </a:r>
            <a:r>
              <a:rPr lang="en-US" altLang="ko-KR" dirty="0"/>
              <a:t>.</a:t>
            </a:r>
          </a:p>
          <a:p>
            <a:pPr marL="608325" lvl="2" indent="-342900">
              <a:buFont typeface="+mj-ea"/>
              <a:buAutoNum type="circleNumDbPlain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7013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9875A9-8C45-F4A8-96CF-DFA164FA2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29FBCA-579E-AC20-CC48-0D8BF4098F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Section 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2743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1FE95-EA2A-5416-2B05-5477880A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FD8473-4A58-1E00-BA7A-9C22391A0F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/>
              <a:t>앨리어스</a:t>
            </a:r>
            <a:r>
              <a:rPr lang="en-US" altLang="ko-KR" dirty="0"/>
              <a:t>: alias</a:t>
            </a:r>
          </a:p>
          <a:p>
            <a:pPr lvl="2"/>
            <a:r>
              <a:rPr lang="ko-KR" altLang="en-US" dirty="0"/>
              <a:t>긴 명령어를 짧은 별칭으로 지정하여 간편하게 사용하도록 하는 기능</a:t>
            </a:r>
          </a:p>
          <a:p>
            <a:pPr lvl="2"/>
            <a:r>
              <a:rPr lang="ko-KR" altLang="en-US" dirty="0" err="1"/>
              <a:t>배시셸에서</a:t>
            </a:r>
            <a:r>
              <a:rPr lang="ko-KR" altLang="en-US" dirty="0"/>
              <a:t> 제공하는 기능으로</a:t>
            </a:r>
            <a:r>
              <a:rPr lang="en-US" altLang="ko-KR" dirty="0"/>
              <a:t>, </a:t>
            </a:r>
            <a:r>
              <a:rPr lang="ko-KR" altLang="en-US" dirty="0"/>
              <a:t>반복적인 명령 입력을 줄일 수 있음</a:t>
            </a:r>
          </a:p>
          <a:p>
            <a:pPr lvl="2"/>
            <a:r>
              <a:rPr lang="ko-KR" altLang="en-US" dirty="0"/>
              <a:t>자주 사용하는 옵션을 포함하여 새로운 명령어를 정의할 수도 있음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alias </a:t>
            </a:r>
            <a:r>
              <a:rPr lang="ko-KR" altLang="en-US" dirty="0"/>
              <a:t>명령을 실행하면 현재 설정된 모든 </a:t>
            </a:r>
            <a:r>
              <a:rPr lang="ko-KR" altLang="en-US" dirty="0" err="1"/>
              <a:t>앨리어스를</a:t>
            </a:r>
            <a:r>
              <a:rPr lang="ko-KR" altLang="en-US" dirty="0"/>
              <a:t> 출력</a:t>
            </a:r>
          </a:p>
          <a:p>
            <a:pPr lvl="2"/>
            <a:r>
              <a:rPr lang="ko-KR" altLang="en-US" dirty="0"/>
              <a:t>기본적으로 설정된 </a:t>
            </a:r>
            <a:r>
              <a:rPr lang="ko-KR" altLang="en-US" dirty="0" err="1"/>
              <a:t>앨리어스는</a:t>
            </a:r>
            <a:r>
              <a:rPr lang="ko-KR" altLang="en-US" dirty="0"/>
              <a:t> 시스템마다 다를 수 있음</a:t>
            </a:r>
          </a:p>
          <a:p>
            <a:pPr lvl="4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970607-27E1-17E7-A30D-2D89D5AB3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2801677"/>
            <a:ext cx="80105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857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290DB-1BFC-2F2F-DCA1-AA4FF628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5DE46D-B065-2051-CF5F-1AC1958D46B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기본적으로 </a:t>
            </a:r>
            <a:r>
              <a:rPr lang="en-US" altLang="ko-KR" dirty="0" err="1"/>
              <a:t>ll</a:t>
            </a:r>
            <a:r>
              <a:rPr lang="ko-KR" altLang="en-US" dirty="0"/>
              <a:t>은 </a:t>
            </a:r>
            <a:r>
              <a:rPr lang="en-US" altLang="ko-KR" dirty="0"/>
              <a:t>ls -</a:t>
            </a:r>
            <a:r>
              <a:rPr lang="en-US" altLang="ko-KR" dirty="0" err="1"/>
              <a:t>alF</a:t>
            </a:r>
            <a:r>
              <a:rPr lang="en-US" altLang="ko-KR" dirty="0"/>
              <a:t> </a:t>
            </a:r>
            <a:r>
              <a:rPr lang="ko-KR" altLang="en-US" dirty="0"/>
              <a:t>명령의 </a:t>
            </a:r>
            <a:r>
              <a:rPr lang="ko-KR" altLang="en-US" dirty="0" err="1"/>
              <a:t>앨리어스로</a:t>
            </a:r>
            <a:r>
              <a:rPr lang="ko-KR" altLang="en-US" dirty="0"/>
              <a:t> 설정됨</a:t>
            </a:r>
          </a:p>
          <a:p>
            <a:pPr lvl="2"/>
            <a:r>
              <a:rPr lang="en-US" altLang="ko-KR" dirty="0"/>
              <a:t>ls</a:t>
            </a:r>
            <a:r>
              <a:rPr lang="ko-KR" altLang="en-US" dirty="0"/>
              <a:t>는 기본적으로 현재 디렉터리의 파일 목록만 출력</a:t>
            </a:r>
          </a:p>
          <a:p>
            <a:pPr lvl="2"/>
            <a:r>
              <a:rPr lang="en-US" altLang="ko-KR" dirty="0" err="1"/>
              <a:t>ll</a:t>
            </a:r>
            <a:r>
              <a:rPr lang="ko-KR" altLang="en-US" dirty="0"/>
              <a:t>을 실행하면 </a:t>
            </a:r>
            <a:r>
              <a:rPr lang="en-US" altLang="ko-KR" dirty="0"/>
              <a:t>ls -</a:t>
            </a:r>
            <a:r>
              <a:rPr lang="en-US" altLang="ko-KR" dirty="0" err="1"/>
              <a:t>alF</a:t>
            </a:r>
            <a:r>
              <a:rPr lang="ko-KR" altLang="en-US" dirty="0"/>
              <a:t>가 실행되어 숨김 파일 포함</a:t>
            </a:r>
            <a:r>
              <a:rPr lang="en-US" altLang="ko-KR" dirty="0"/>
              <a:t>, </a:t>
            </a:r>
            <a:r>
              <a:rPr lang="ko-KR" altLang="en-US" dirty="0"/>
              <a:t>상세 정보 출력</a:t>
            </a:r>
          </a:p>
          <a:p>
            <a:pPr lvl="2"/>
            <a:r>
              <a:rPr lang="ko-KR" altLang="en-US" dirty="0"/>
              <a:t>자주 사용하는 명령과 옵션을 묶어서 </a:t>
            </a:r>
            <a:r>
              <a:rPr lang="ko-KR" altLang="en-US" dirty="0" err="1"/>
              <a:t>앨리어스로</a:t>
            </a:r>
            <a:r>
              <a:rPr lang="ko-KR" altLang="en-US" dirty="0"/>
              <a:t> 설정하면 편리함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1566C9-4A7D-2992-D1D1-F2F58084EB30}"/>
              </a:ext>
            </a:extLst>
          </p:cNvPr>
          <p:cNvGrpSpPr/>
          <p:nvPr/>
        </p:nvGrpSpPr>
        <p:grpSpPr>
          <a:xfrm>
            <a:off x="576262" y="1196752"/>
            <a:ext cx="7991475" cy="3524250"/>
            <a:chOff x="576262" y="2547937"/>
            <a:chExt cx="7991475" cy="35242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22F5E33-214A-3EA2-BDE9-CACECA3F4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262" y="2547937"/>
              <a:ext cx="7991475" cy="17621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DA91A96-95FF-EA1E-2875-0BF43A4F1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1025" y="4310062"/>
              <a:ext cx="7981950" cy="1762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41207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AD824-8FDA-3FD7-BCD8-C09F1BF9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940B4DA-E739-59E9-3643-7A0BE5C75E61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662781" y="1268760"/>
            <a:ext cx="79629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755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A4F92-8213-AA90-D161-13EEAB18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8CC42-4CD6-7467-6448-4A3A1589926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 err="1"/>
              <a:t>앨리어스</a:t>
            </a:r>
            <a:r>
              <a:rPr lang="ko-KR" altLang="en-US" dirty="0"/>
              <a:t> 설정하기</a:t>
            </a:r>
          </a:p>
          <a:p>
            <a:pPr lvl="2"/>
            <a:r>
              <a:rPr lang="ko-KR" altLang="en-US" dirty="0"/>
              <a:t>형식</a:t>
            </a:r>
            <a:r>
              <a:rPr lang="en-US" altLang="ko-KR" dirty="0"/>
              <a:t>: alias </a:t>
            </a:r>
            <a:r>
              <a:rPr lang="ko-KR" altLang="en-US" dirty="0" err="1"/>
              <a:t>앨리어스명</a:t>
            </a:r>
            <a:r>
              <a:rPr lang="en-US" altLang="ko-KR" dirty="0"/>
              <a:t>='</a:t>
            </a:r>
            <a:r>
              <a:rPr lang="ko-KR" altLang="en-US" dirty="0"/>
              <a:t>명령</a:t>
            </a:r>
            <a:r>
              <a:rPr lang="en-US" altLang="ko-KR" dirty="0"/>
              <a:t>'</a:t>
            </a:r>
          </a:p>
          <a:p>
            <a:pPr lvl="2"/>
            <a:r>
              <a:rPr lang="en-US" altLang="ko-KR" dirty="0"/>
              <a:t>= </a:t>
            </a:r>
            <a:r>
              <a:rPr lang="ko-KR" altLang="en-US" dirty="0"/>
              <a:t>기호 좌우에 공백이 있으면 안 됨</a:t>
            </a:r>
          </a:p>
          <a:p>
            <a:pPr lvl="2"/>
            <a:r>
              <a:rPr lang="ko-KR" altLang="en-US" dirty="0"/>
              <a:t>명령어에 공백이 포함될 경우</a:t>
            </a:r>
            <a:r>
              <a:rPr lang="en-US" altLang="ko-KR" dirty="0"/>
              <a:t>, </a:t>
            </a:r>
            <a:r>
              <a:rPr lang="ko-KR" altLang="en-US" dirty="0"/>
              <a:t>작은따옴표</a:t>
            </a:r>
            <a:r>
              <a:rPr lang="en-US" altLang="ko-KR" dirty="0"/>
              <a:t>(' ')</a:t>
            </a:r>
            <a:r>
              <a:rPr lang="ko-KR" altLang="en-US" dirty="0"/>
              <a:t>로 묶어야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셸은 명령 실행 전 </a:t>
            </a:r>
            <a:r>
              <a:rPr lang="ko-KR" altLang="en-US" dirty="0" err="1"/>
              <a:t>앨리어스를</a:t>
            </a:r>
            <a:r>
              <a:rPr lang="ko-KR" altLang="en-US" dirty="0"/>
              <a:t> 먼저 확인하므로</a:t>
            </a:r>
            <a:r>
              <a:rPr lang="en-US" altLang="ko-KR" dirty="0"/>
              <a:t>, </a:t>
            </a:r>
            <a:r>
              <a:rPr lang="ko-KR" altLang="en-US" dirty="0"/>
              <a:t>기존 명령과 동일한 이름으로 설정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521558-ADBE-A7F1-9F0B-07616874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2852936"/>
            <a:ext cx="80105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671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680C2-36A7-F998-71F2-EE71E777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68B1A-FD46-C18F-7F9F-8C4C2EE5EF0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en-US" altLang="ko-KR" dirty="0"/>
              <a:t>rm </a:t>
            </a:r>
            <a:r>
              <a:rPr lang="ko-KR" altLang="en-US" dirty="0"/>
              <a:t>명령은 삭제된 파일을 복구할 수 없음</a:t>
            </a:r>
          </a:p>
          <a:p>
            <a:pPr lvl="2"/>
            <a:r>
              <a:rPr lang="ko-KR" altLang="en-US" dirty="0"/>
              <a:t>실수로 중요한 파일을 삭제하는 것을 방지하려면 </a:t>
            </a:r>
            <a:r>
              <a:rPr lang="en-US" altLang="ko-KR" dirty="0"/>
              <a:t>-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옵션 추가</a:t>
            </a:r>
          </a:p>
          <a:p>
            <a:pPr lvl="2"/>
            <a:r>
              <a:rPr lang="en-US" altLang="ko-KR" dirty="0"/>
              <a:t>-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ko-KR" altLang="en-US" dirty="0"/>
              <a:t>옵션을 추가하면 삭제 전 사용자에게 확인 요청 </a:t>
            </a:r>
            <a:r>
              <a:rPr lang="en-US" altLang="ko-KR" dirty="0"/>
              <a:t>(y </a:t>
            </a:r>
            <a:r>
              <a:rPr lang="ko-KR" altLang="en-US" dirty="0"/>
              <a:t>입력 시 삭제 진행</a:t>
            </a:r>
            <a:r>
              <a:rPr lang="en-US" altLang="ko-KR" dirty="0"/>
              <a:t>)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BB683A-F3E1-441B-8753-AA197E493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2492896"/>
            <a:ext cx="79724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474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E53DE-2DD3-C3EE-4FE0-31A56A5C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A96F58-27AB-FC87-3123-136E5C46764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 err="1"/>
              <a:t>앨리어스</a:t>
            </a:r>
            <a:r>
              <a:rPr lang="ko-KR" altLang="en-US" dirty="0"/>
              <a:t> 삭제하기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삭제 후 </a:t>
            </a:r>
            <a:r>
              <a:rPr lang="en-US" altLang="ko-KR" dirty="0"/>
              <a:t>ls </a:t>
            </a:r>
            <a:r>
              <a:rPr lang="ko-KR" altLang="en-US" dirty="0"/>
              <a:t>실행 시 숨김 파일이 보이지 않음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41A895-C0AF-4319-4BE2-6711234B9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00808"/>
            <a:ext cx="8001000" cy="13811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3D2B7B8-0722-9A58-FAC1-9F7BD78E8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76068"/>
            <a:ext cx="80010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19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D5495-3AC2-6323-C255-C3ABC204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20CA7-CE3B-1596-7901-5B9C3FD942D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이전 명령 보기</a:t>
            </a:r>
            <a:endParaRPr lang="en-US" altLang="ko-KR" dirty="0"/>
          </a:p>
          <a:p>
            <a:pPr lvl="2"/>
            <a:r>
              <a:rPr lang="ko-KR" altLang="en-US" dirty="0"/>
              <a:t>이전 명령을 저장하고 다시 불러서 재사용할 수 있는 기능</a:t>
            </a:r>
          </a:p>
          <a:p>
            <a:pPr lvl="2"/>
            <a:r>
              <a:rPr lang="ko-KR" altLang="en-US" dirty="0"/>
              <a:t>사용자가 입력한 명령은 임시 버퍼에 저장되며</a:t>
            </a:r>
            <a:r>
              <a:rPr lang="en-US" altLang="ko-KR" dirty="0"/>
              <a:t>, history </a:t>
            </a:r>
            <a:r>
              <a:rPr lang="ko-KR" altLang="en-US" dirty="0"/>
              <a:t>명령을 통해 확인 가능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DA4BF5-2D90-3CD7-3B79-70DD2863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2492896"/>
            <a:ext cx="8010525" cy="13811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BE90BB-FE1E-7531-F659-03847B1D1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927736"/>
            <a:ext cx="798195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03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FAC43-5571-6CF6-38BB-832A7EEB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DBDBD4-5E9A-0D9C-FDBB-279243BE915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명령 재실행하기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!!</a:t>
            </a:r>
            <a:r>
              <a:rPr lang="ko-KR" altLang="en-US" dirty="0"/>
              <a:t>사용</a:t>
            </a:r>
            <a:r>
              <a:rPr lang="en-US" altLang="ko-KR" dirty="0"/>
              <a:t> </a:t>
            </a:r>
            <a:r>
              <a:rPr lang="ko-KR" altLang="en-US" dirty="0"/>
              <a:t>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EDB56D-11D5-B3DE-6D4A-BA28EB0D3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1700808"/>
            <a:ext cx="5848350" cy="18859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D8F5E5-9585-5629-88C9-5690E99CF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" y="4057278"/>
            <a:ext cx="80295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471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64011-DF04-AE10-EF5D-48AF01C9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C96CDC-3BA4-1DA1-885A-E5DEF99D4E7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이전에 실행한 명령 중에서 선택하여 재실행하려면</a:t>
            </a:r>
            <a:r>
              <a:rPr lang="en-US" altLang="ko-KR" dirty="0"/>
              <a:t>, </a:t>
            </a:r>
            <a:r>
              <a:rPr lang="ko-KR" altLang="en-US" dirty="0"/>
              <a:t>재실행할 명령의 히스토리 번호나 명령의 앞 글자를 이용</a:t>
            </a:r>
          </a:p>
          <a:p>
            <a:pPr lvl="2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EA821E2-65D3-2431-FA54-3ED97050A9CB}"/>
              </a:ext>
            </a:extLst>
          </p:cNvPr>
          <p:cNvGrpSpPr/>
          <p:nvPr/>
        </p:nvGrpSpPr>
        <p:grpSpPr>
          <a:xfrm>
            <a:off x="566737" y="1988840"/>
            <a:ext cx="8010525" cy="4484910"/>
            <a:chOff x="566737" y="1743075"/>
            <a:chExt cx="8010525" cy="448491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8CFEE02-EBBA-330F-2C78-0E151C409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262" y="1743075"/>
              <a:ext cx="7991475" cy="337185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D076756-110D-0722-3E12-DE1C3F62A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737" y="5094510"/>
              <a:ext cx="8010525" cy="1133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85815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D2C61-7DF6-6407-BDAC-5B8C1B15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329918-0D3A-956E-D3C5-91F363EAC63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명령 편집 및 재실행하기</a:t>
            </a:r>
          </a:p>
          <a:p>
            <a:pPr lvl="2"/>
            <a:r>
              <a:rPr lang="ko-KR" altLang="en-US" dirty="0"/>
              <a:t>명령 입력 시 오타가 발생하면 다시 입력할 필요 없이 수정 가능</a:t>
            </a:r>
          </a:p>
          <a:p>
            <a:pPr lvl="2"/>
            <a:r>
              <a:rPr lang="ko-KR" altLang="en-US" dirty="0"/>
              <a:t>화살표 키를 사용하여 이전 명령을 불러와 편집 후 실행</a:t>
            </a:r>
          </a:p>
          <a:p>
            <a:pPr lvl="1"/>
            <a:r>
              <a:rPr lang="ko-KR" altLang="en-US" dirty="0"/>
              <a:t>예제</a:t>
            </a:r>
            <a:endParaRPr lang="en-US" altLang="ko-KR" dirty="0"/>
          </a:p>
          <a:p>
            <a:pPr lvl="2"/>
            <a:r>
              <a:rPr lang="ko-KR" altLang="en-US" dirty="0"/>
              <a:t>오타 입력 </a:t>
            </a:r>
            <a:r>
              <a:rPr lang="en-US" altLang="ko-KR" dirty="0"/>
              <a:t>(</a:t>
            </a:r>
            <a:r>
              <a:rPr lang="en-US" altLang="ko-KR" dirty="0" err="1"/>
              <a:t>hisdory</a:t>
            </a:r>
            <a:r>
              <a:rPr lang="en-US" altLang="ko-KR" dirty="0"/>
              <a:t> → history)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↑ 키를 눌러 이전 명령 불러오기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3998DB-6BC5-8191-3D2E-7759AABBB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12976"/>
            <a:ext cx="8001000" cy="9620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523AC6-581A-235F-AA76-058BC06ED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48001"/>
            <a:ext cx="800100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144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855B4-47C3-8523-C6FF-F517F3718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4EB0E-AA4D-ADC2-0EE2-47858A3E3F0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en-US" altLang="ko-KR" dirty="0"/>
              <a:t>← → </a:t>
            </a:r>
            <a:r>
              <a:rPr lang="ko-KR" altLang="en-US" dirty="0"/>
              <a:t>키로 이동 후 오타 수정 </a:t>
            </a:r>
            <a:r>
              <a:rPr lang="en-US" altLang="ko-KR" dirty="0"/>
              <a:t>(</a:t>
            </a:r>
            <a:r>
              <a:rPr lang="en-US" altLang="ko-KR" dirty="0" err="1"/>
              <a:t>hisdory</a:t>
            </a:r>
            <a:r>
              <a:rPr lang="en-US" altLang="ko-KR" dirty="0"/>
              <a:t> → history)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Enter </a:t>
            </a:r>
            <a:r>
              <a:rPr lang="ko-KR" altLang="en-US" dirty="0"/>
              <a:t>키로 실행하면 정상 동작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47EF60-1193-6547-39C4-ABB9EF77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28800"/>
            <a:ext cx="800100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175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8A81C-97A7-AA1D-9163-210D8B7E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실습해보기 </a:t>
            </a:r>
            <a:r>
              <a:rPr lang="en-US" altLang="ko-KR" dirty="0"/>
              <a:t>5-5] </a:t>
            </a:r>
            <a:r>
              <a:rPr lang="ko-KR" altLang="en-US" dirty="0" err="1"/>
              <a:t>앨리어스와</a:t>
            </a:r>
            <a:r>
              <a:rPr lang="ko-KR" altLang="en-US" dirty="0"/>
              <a:t> 히스토리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C277A3-B87C-5322-DE7F-223109F9779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608325" lvl="2" indent="-342900">
              <a:buFont typeface="+mj-ea"/>
              <a:buAutoNum type="circleNumDbPlain"/>
            </a:pPr>
            <a:r>
              <a:rPr lang="en-US" altLang="ko-KR" sz="1400" b="0" i="0" u="none" strike="noStrike" baseline="0" dirty="0" err="1">
                <a:latin typeface="HelveticaNeue-Light"/>
              </a:rPr>
              <a:t>pwd</a:t>
            </a:r>
            <a:r>
              <a:rPr lang="en-US" altLang="ko-KR" sz="1400" b="0" i="0" u="none" strike="noStrike" baseline="0" dirty="0">
                <a:latin typeface="HelveticaNeue-Light"/>
              </a:rPr>
              <a:t> </a:t>
            </a:r>
            <a:r>
              <a:rPr lang="ko-KR" altLang="en-US" sz="1400" b="0" i="0" u="none" strike="noStrike" baseline="0" dirty="0">
                <a:latin typeface="YDVYGOStd12"/>
              </a:rPr>
              <a:t>명령과 </a:t>
            </a:r>
            <a:r>
              <a:rPr lang="en-US" altLang="ko-KR" sz="1400" b="0" i="0" u="none" strike="noStrike" baseline="0" dirty="0">
                <a:latin typeface="HelveticaNeue-Light"/>
              </a:rPr>
              <a:t>ls </a:t>
            </a:r>
            <a:r>
              <a:rPr lang="ko-KR" altLang="en-US" sz="1400" b="0" i="0" u="none" strike="noStrike" baseline="0" dirty="0">
                <a:latin typeface="YDVYGOStd12"/>
              </a:rPr>
              <a:t>명령을 묶어서 </a:t>
            </a:r>
            <a:r>
              <a:rPr lang="ko-KR" altLang="en-US" sz="1400" b="0" i="0" u="none" strike="noStrike" baseline="0" dirty="0" err="1">
                <a:latin typeface="YDVYGOStd12"/>
              </a:rPr>
              <a:t>앨리어스</a:t>
            </a:r>
            <a:r>
              <a:rPr lang="ko-KR" altLang="en-US" sz="1400" b="0" i="0" u="none" strike="noStrike" baseline="0" dirty="0">
                <a:latin typeface="YDVYGOStd12"/>
              </a:rPr>
              <a:t> </a:t>
            </a:r>
            <a:r>
              <a:rPr lang="en-US" altLang="ko-KR" sz="1400" b="0" i="0" u="none" strike="noStrike" baseline="0" dirty="0">
                <a:latin typeface="HelveticaNeue-Light"/>
              </a:rPr>
              <a:t>pls</a:t>
            </a:r>
            <a:r>
              <a:rPr lang="ko-KR" altLang="en-US" sz="1400" b="0" i="0" u="none" strike="noStrike" baseline="0" dirty="0">
                <a:latin typeface="YDVYGOStd12"/>
              </a:rPr>
              <a:t>를 만든다</a:t>
            </a:r>
            <a:r>
              <a:rPr lang="en-US" altLang="ko-KR" sz="1400" b="0" i="0" u="none" strike="noStrike" baseline="0" dirty="0">
                <a:latin typeface="YDVYGOStd12"/>
              </a:rPr>
              <a:t>.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sz="1400" b="0" i="0" u="none" strike="noStrike" baseline="0" dirty="0">
                <a:latin typeface="HelveticaNeue-Light"/>
              </a:rPr>
              <a:t>history </a:t>
            </a:r>
            <a:r>
              <a:rPr lang="ko-KR" altLang="en-US" sz="1400" b="0" i="0" u="none" strike="noStrike" baseline="0" dirty="0">
                <a:latin typeface="YDVYGOStd12"/>
              </a:rPr>
              <a:t>명령을 </a:t>
            </a:r>
            <a:r>
              <a:rPr lang="ko-KR" altLang="en-US" sz="1400" b="0" i="0" u="none" strike="noStrike" baseline="0" dirty="0" err="1">
                <a:latin typeface="YDVYGOStd12"/>
              </a:rPr>
              <a:t>앨리어스</a:t>
            </a:r>
            <a:r>
              <a:rPr lang="ko-KR" altLang="en-US" sz="1400" b="0" i="0" u="none" strike="noStrike" baseline="0" dirty="0">
                <a:latin typeface="YDVYGOStd12"/>
              </a:rPr>
              <a:t> </a:t>
            </a:r>
            <a:r>
              <a:rPr lang="en-US" altLang="ko-KR" sz="1400" b="0" i="0" u="none" strike="noStrike" baseline="0" dirty="0">
                <a:latin typeface="HelveticaNeue-Light"/>
              </a:rPr>
              <a:t>h</a:t>
            </a:r>
            <a:r>
              <a:rPr lang="ko-KR" altLang="en-US" sz="1400" b="0" i="0" u="none" strike="noStrike" baseline="0" dirty="0">
                <a:latin typeface="YDVYGOStd12"/>
              </a:rPr>
              <a:t>로 만든다</a:t>
            </a:r>
            <a:r>
              <a:rPr lang="en-US" altLang="ko-KR" sz="1400" b="0" i="0" u="none" strike="noStrike" baseline="0" dirty="0">
                <a:latin typeface="YDVYGOStd12"/>
              </a:rPr>
              <a:t>.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sz="1400" b="0" i="0" u="none" strike="noStrike" baseline="0" dirty="0">
                <a:latin typeface="YDVYGOStd12"/>
              </a:rPr>
              <a:t>위방향키로 이전 명령을 불러서 </a:t>
            </a:r>
            <a:r>
              <a:rPr lang="en-US" altLang="ko-KR" sz="1400" b="0" i="0" u="none" strike="noStrike" baseline="0" dirty="0">
                <a:latin typeface="HelveticaNeue-Light"/>
              </a:rPr>
              <a:t>clear </a:t>
            </a:r>
            <a:r>
              <a:rPr lang="ko-KR" altLang="en-US" sz="1400" b="0" i="0" u="none" strike="noStrike" baseline="0" dirty="0">
                <a:latin typeface="YDVYGOStd12"/>
              </a:rPr>
              <a:t>명령에 대한 </a:t>
            </a:r>
            <a:r>
              <a:rPr lang="ko-KR" altLang="en-US" sz="1400" b="0" i="0" u="none" strike="noStrike" baseline="0" dirty="0" err="1">
                <a:latin typeface="YDVYGOStd12"/>
              </a:rPr>
              <a:t>앨리어스</a:t>
            </a:r>
            <a:r>
              <a:rPr lang="ko-KR" altLang="en-US" sz="1400" b="0" i="0" u="none" strike="noStrike" baseline="0" dirty="0">
                <a:latin typeface="YDVYGOStd12"/>
              </a:rPr>
              <a:t> </a:t>
            </a:r>
            <a:r>
              <a:rPr lang="en-US" altLang="ko-KR" sz="1400" b="0" i="0" u="none" strike="noStrike" baseline="0" dirty="0">
                <a:latin typeface="HelveticaNeue-Light"/>
              </a:rPr>
              <a:t>c</a:t>
            </a:r>
            <a:r>
              <a:rPr lang="ko-KR" altLang="en-US" sz="1400" b="0" i="0" u="none" strike="noStrike" baseline="0" dirty="0">
                <a:latin typeface="YDVYGOStd12"/>
              </a:rPr>
              <a:t>를 만든다</a:t>
            </a:r>
            <a:r>
              <a:rPr lang="en-US" altLang="ko-KR" sz="1400" b="0" i="0" u="none" strike="noStrike" baseline="0" dirty="0">
                <a:latin typeface="YDVYGOStd12"/>
              </a:rPr>
              <a:t>.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sz="1400" b="0" i="0" u="none" strike="noStrike" baseline="0" dirty="0">
                <a:latin typeface="YDVYGOStd12"/>
              </a:rPr>
              <a:t>위방향키로 이전 명령을 불러서 </a:t>
            </a:r>
            <a:r>
              <a:rPr lang="en-US" altLang="ko-KR" sz="1400" b="0" i="0" u="none" strike="noStrike" baseline="0" dirty="0">
                <a:latin typeface="HelveticaNeue-Light"/>
              </a:rPr>
              <a:t>alias </a:t>
            </a:r>
            <a:r>
              <a:rPr lang="ko-KR" altLang="en-US" sz="1400" b="0" i="0" u="none" strike="noStrike" baseline="0" dirty="0">
                <a:latin typeface="YDVYGOStd12"/>
              </a:rPr>
              <a:t>명령에 대한 </a:t>
            </a:r>
            <a:r>
              <a:rPr lang="ko-KR" altLang="en-US" sz="1400" b="0" i="0" u="none" strike="noStrike" baseline="0" dirty="0" err="1">
                <a:latin typeface="YDVYGOStd12"/>
              </a:rPr>
              <a:t>앨리어스</a:t>
            </a:r>
            <a:r>
              <a:rPr lang="ko-KR" altLang="en-US" sz="1400" b="0" i="0" u="none" strike="noStrike" baseline="0" dirty="0">
                <a:latin typeface="YDVYGOStd12"/>
              </a:rPr>
              <a:t> </a:t>
            </a:r>
            <a:r>
              <a:rPr lang="en-US" altLang="ko-KR" sz="1400" b="0" i="0" u="none" strike="noStrike" baseline="0" dirty="0">
                <a:latin typeface="HelveticaNeue-Light"/>
              </a:rPr>
              <a:t>a</a:t>
            </a:r>
            <a:r>
              <a:rPr lang="ko-KR" altLang="en-US" sz="1400" b="0" i="0" u="none" strike="noStrike" baseline="0" dirty="0">
                <a:latin typeface="YDVYGOStd12"/>
              </a:rPr>
              <a:t>를 만든다</a:t>
            </a:r>
            <a:r>
              <a:rPr lang="en-US" altLang="ko-KR" sz="1400" b="0" i="0" u="none" strike="noStrike" baseline="0" dirty="0">
                <a:latin typeface="YDVYGOStd12"/>
              </a:rPr>
              <a:t>.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ko-KR" altLang="en-US" sz="1400" b="0" i="0" u="none" strike="noStrike" baseline="0" dirty="0" err="1">
                <a:latin typeface="YDVYGOStd12"/>
              </a:rPr>
              <a:t>앨리어스</a:t>
            </a:r>
            <a:r>
              <a:rPr lang="ko-KR" altLang="en-US" sz="1400" b="0" i="0" u="none" strike="noStrike" baseline="0" dirty="0">
                <a:latin typeface="YDVYGOStd12"/>
              </a:rPr>
              <a:t> </a:t>
            </a:r>
            <a:r>
              <a:rPr lang="en-US" altLang="ko-KR" sz="1400" b="0" i="0" u="none" strike="noStrike" baseline="0" dirty="0">
                <a:latin typeface="HelveticaNeue-Light"/>
              </a:rPr>
              <a:t>pls</a:t>
            </a:r>
            <a:r>
              <a:rPr lang="ko-KR" altLang="en-US" sz="1400" b="0" i="0" u="none" strike="noStrike" baseline="0" dirty="0">
                <a:latin typeface="YDVYGOStd12"/>
              </a:rPr>
              <a:t>를 삭제한다</a:t>
            </a:r>
            <a:r>
              <a:rPr lang="en-US" altLang="ko-KR" sz="1400" b="0" i="0" u="none" strike="noStrike" baseline="0" dirty="0">
                <a:latin typeface="YDVYGOStd12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36359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A0F9A52-150C-8B1E-063F-304196B81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프롬프트 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10DA99-9A2B-E9AB-FA91-1EEAE2AC14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95587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A7A2A-8161-6348-BD80-78C897CB3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프롬프트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E3FFF-808D-EA93-8F27-80C1DE4F844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프롬프트</a:t>
            </a:r>
            <a:r>
              <a:rPr lang="en-US" altLang="ko-KR" dirty="0"/>
              <a:t>(Prompt): </a:t>
            </a:r>
            <a:r>
              <a:rPr lang="ko-KR" altLang="en-US" dirty="0"/>
              <a:t>사용자가 명령을 입력할 수 있도록 시스템이 준비되었음을 알리는 표시</a:t>
            </a:r>
          </a:p>
          <a:p>
            <a:pPr lvl="2"/>
            <a:r>
              <a:rPr lang="ko-KR" altLang="en-US" dirty="0"/>
              <a:t>기본 프롬프트 형식</a:t>
            </a:r>
            <a:r>
              <a:rPr lang="en-US" altLang="ko-KR" dirty="0"/>
              <a:t>: user1@hanbit:~$ </a:t>
            </a:r>
          </a:p>
          <a:p>
            <a:pPr lvl="2"/>
            <a:r>
              <a:rPr lang="ko-KR" altLang="en-US" dirty="0"/>
              <a:t>프롬프트 모양은 환경 변수 </a:t>
            </a:r>
            <a:r>
              <a:rPr lang="en-US" altLang="ko-KR" dirty="0"/>
              <a:t>PS1</a:t>
            </a:r>
            <a:r>
              <a:rPr lang="ko-KR" altLang="en-US" dirty="0"/>
              <a:t>을 수정하여 변경 가능</a:t>
            </a:r>
          </a:p>
          <a:p>
            <a:endParaRPr lang="en-US" altLang="ko-KR" dirty="0"/>
          </a:p>
          <a:p>
            <a:r>
              <a:rPr lang="ko-KR" altLang="en-US" dirty="0"/>
              <a:t>이스케이프 문자</a:t>
            </a:r>
            <a:endParaRPr lang="en-US" altLang="ko-KR" dirty="0"/>
          </a:p>
          <a:p>
            <a:pPr lvl="2"/>
            <a:r>
              <a:rPr lang="en-US" altLang="ko-KR" dirty="0"/>
              <a:t>\</a:t>
            </a:r>
            <a:r>
              <a:rPr lang="ko-KR" altLang="en-US" dirty="0"/>
              <a:t>로 시작하는 특수 문자</a:t>
            </a:r>
          </a:p>
          <a:p>
            <a:pPr lvl="2"/>
            <a:r>
              <a:rPr lang="ko-KR" altLang="en-US" dirty="0"/>
              <a:t>프롬프트에서 특정 정보를 표시하는 기능</a:t>
            </a:r>
          </a:p>
          <a:p>
            <a:pPr lvl="2"/>
            <a:r>
              <a:rPr lang="ko-KR" altLang="en-US" dirty="0"/>
              <a:t>두 글자로 보이지만 한 글자로 처리됨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E2BDDF-095B-461B-400B-80AA85BB9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699223"/>
            <a:ext cx="800100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018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CD434-A6B1-F480-B2C1-9C9747678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프롬프트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05EA1-392E-1B75-EE4E-1209F661ED9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화면에 문자 그대로 출력되지 않고 셸이 해석하여 실행</a:t>
            </a:r>
          </a:p>
          <a:p>
            <a:pPr lvl="2"/>
            <a:r>
              <a:rPr lang="ko-KR" altLang="en-US" dirty="0"/>
              <a:t>프롬프트 형식은 </a:t>
            </a:r>
            <a:r>
              <a:rPr lang="en-US" altLang="ko-KR" dirty="0"/>
              <a:t>PS1 </a:t>
            </a:r>
            <a:r>
              <a:rPr lang="ko-KR" altLang="en-US" dirty="0"/>
              <a:t>값을 변경하여 수정 가능</a:t>
            </a:r>
          </a:p>
          <a:p>
            <a:pPr lvl="2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7A5C04-DD7C-C5D7-F0E7-68D1532EE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2204864"/>
            <a:ext cx="64865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315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6E3ED-DC83-F6F9-1976-4F0422B5F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프롬프트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5D4D3A-87C7-6710-1F5B-B0C74647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737" y="1213396"/>
            <a:ext cx="648652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109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4B160-501D-48D6-7A12-BD86F633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프롬프트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DFF081-296F-3A0A-47E6-452347A9CE1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프롬프트 변경</a:t>
            </a:r>
            <a:endParaRPr lang="en-US" altLang="ko-KR" dirty="0"/>
          </a:p>
          <a:p>
            <a:pPr lvl="2"/>
            <a:r>
              <a:rPr lang="ko-KR" altLang="en-US" dirty="0"/>
              <a:t>프롬프트를 변경하려면 환경 변수 </a:t>
            </a:r>
            <a:r>
              <a:rPr lang="en-US" altLang="ko-KR" dirty="0"/>
              <a:t>PS1</a:t>
            </a:r>
            <a:r>
              <a:rPr lang="ko-KR" altLang="en-US" dirty="0"/>
              <a:t>에 새로운 문자열을 지정하면 됨</a:t>
            </a:r>
            <a:endParaRPr lang="en-US" altLang="ko-KR" dirty="0"/>
          </a:p>
          <a:p>
            <a:pPr lvl="2"/>
            <a:r>
              <a:rPr lang="ko-KR" altLang="en-US" dirty="0"/>
              <a:t>변경 전에 현재 </a:t>
            </a:r>
            <a:r>
              <a:rPr lang="en-US" altLang="ko-KR" dirty="0"/>
              <a:t>PS1 </a:t>
            </a:r>
            <a:r>
              <a:rPr lang="ko-KR" altLang="en-US" dirty="0"/>
              <a:t>값을 </a:t>
            </a:r>
            <a:r>
              <a:rPr lang="en-US" altLang="ko-KR" dirty="0"/>
              <a:t>PROMPT </a:t>
            </a:r>
            <a:r>
              <a:rPr lang="ko-KR" altLang="en-US" dirty="0"/>
              <a:t>변수에 저장하면</a:t>
            </a:r>
            <a:r>
              <a:rPr lang="en-US" altLang="ko-KR" dirty="0"/>
              <a:t>, </a:t>
            </a:r>
            <a:r>
              <a:rPr lang="ko-KR" altLang="en-US" dirty="0"/>
              <a:t>실습 후 원래 프롬프트로 쉽게 복구할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r>
              <a:rPr lang="ko-KR" altLang="en-US" dirty="0"/>
              <a:t>프롬프트를 간단한 문자열로 변경 가능</a:t>
            </a:r>
          </a:p>
          <a:p>
            <a:pPr lvl="2"/>
            <a:r>
              <a:rPr lang="ko-KR" altLang="en-US" dirty="0"/>
              <a:t>프롬프트 끝에 </a:t>
            </a:r>
            <a:r>
              <a:rPr lang="en-US" altLang="ko-KR" dirty="0"/>
              <a:t>]</a:t>
            </a:r>
            <a:r>
              <a:rPr lang="ko-KR" altLang="en-US" dirty="0"/>
              <a:t>나 </a:t>
            </a:r>
            <a:r>
              <a:rPr lang="en-US" altLang="ko-KR" dirty="0"/>
              <a:t>$ </a:t>
            </a:r>
            <a:r>
              <a:rPr lang="ko-KR" altLang="en-US" dirty="0"/>
              <a:t>같은 기호와 공백을 추가하면 가독성이 좋아짐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4B970C-2CBD-AD16-A4A1-B71BDC578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90825"/>
            <a:ext cx="8001000" cy="6381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2FF950-D877-4193-4CE0-CBEDD1D23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" y="4556348"/>
            <a:ext cx="79724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831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2AF4C-C9FB-690E-A3DB-13F4320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프롬프트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1DBE9B-286C-1D28-E0DB-235E766E212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환경 변수를 사용하여 프롬프트에 현재 작업 디렉터리를 표시할 수 있음</a:t>
            </a:r>
          </a:p>
          <a:p>
            <a:pPr lvl="2"/>
            <a:r>
              <a:rPr lang="ko-KR" altLang="en-US" dirty="0"/>
              <a:t>디렉터리를 이동하면 프롬프트도 자동으로 변경됨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특수문자를 사용하여 명령 실행 결과를 프롬프트에 포함할 수 있음</a:t>
            </a:r>
          </a:p>
          <a:p>
            <a:pPr lvl="2"/>
            <a:r>
              <a:rPr lang="en-US" altLang="ko-KR" dirty="0" err="1"/>
              <a:t>uname</a:t>
            </a:r>
            <a:r>
              <a:rPr lang="en-US" altLang="ko-KR" dirty="0"/>
              <a:t> -n </a:t>
            </a:r>
            <a:r>
              <a:rPr lang="ko-KR" altLang="en-US" dirty="0"/>
              <a:t>명령을 사용하면 호스트 이름이 프롬프트에 표시됨</a:t>
            </a:r>
          </a:p>
          <a:p>
            <a:pPr lvl="2"/>
            <a:r>
              <a:rPr lang="ko-KR" altLang="en-US" dirty="0"/>
              <a:t>프롬프트 끝에 </a:t>
            </a:r>
            <a:r>
              <a:rPr lang="en-US" altLang="ko-KR" dirty="0"/>
              <a:t>$ </a:t>
            </a:r>
            <a:r>
              <a:rPr lang="ko-KR" altLang="en-US" dirty="0"/>
              <a:t>기호를 추가하여 명령 입력 위치를 명확히 함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D74FA2-C213-A2E3-FC5D-010DCAA41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171700"/>
            <a:ext cx="7981950" cy="12573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9D81CB-DAB9-A5C3-5450-673368E2A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4941168"/>
            <a:ext cx="80200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966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4FD33-0949-4C0A-8971-0908EF00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05 </a:t>
            </a:r>
            <a:r>
              <a:rPr lang="ko-KR" altLang="en-US" dirty="0"/>
              <a:t>프롬프트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E8CEF4-D966-8A02-3BD5-5DE0B0C6474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이스케이프 문자 </a:t>
            </a:r>
            <a:r>
              <a:rPr lang="en-US" altLang="ko-KR" dirty="0"/>
              <a:t>\u, \T, \s</a:t>
            </a:r>
            <a:r>
              <a:rPr lang="ko-KR" altLang="en-US" dirty="0"/>
              <a:t>를 사용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프롬프트를 원래 모양으로 복구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920320-316F-6636-08AC-98EF5C388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63477"/>
            <a:ext cx="8001000" cy="9334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961E5F-556C-AF0C-643F-4F45D7B67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327624"/>
            <a:ext cx="79819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506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A878089-7E1C-B223-3E8B-0BDA3A675F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환경 설정 파일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435951-0980-ACD7-3165-34907EF4C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Section 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7120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999D4-773C-F1DC-1187-1BEAA40E1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 dirty="0"/>
              <a:t>환경 설정 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6F11A1-E5F8-1A6E-ABB4-C65A0EC874C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ko-KR" altLang="en-US" dirty="0"/>
              <a:t>환경 설정 파일을 사용하면 로그인할 때마다 설정을 자동으로 적용할 수 있음</a:t>
            </a:r>
          </a:p>
          <a:p>
            <a:pPr lvl="2"/>
            <a:r>
              <a:rPr lang="ko-KR" altLang="en-US" dirty="0"/>
              <a:t>설정한 내용은 </a:t>
            </a:r>
            <a:r>
              <a:rPr lang="ko-KR" altLang="en-US" dirty="0" err="1"/>
              <a:t>로그아웃하면</a:t>
            </a:r>
            <a:r>
              <a:rPr lang="ko-KR" altLang="en-US" dirty="0"/>
              <a:t> 사라지므로</a:t>
            </a:r>
            <a:r>
              <a:rPr lang="en-US" altLang="ko-KR" dirty="0"/>
              <a:t>, </a:t>
            </a:r>
            <a:r>
              <a:rPr lang="ko-KR" altLang="en-US" dirty="0"/>
              <a:t>이를 유지하려면 환경 설정 파일에 저장해야 함</a:t>
            </a:r>
          </a:p>
          <a:p>
            <a:pPr lvl="2"/>
            <a:r>
              <a:rPr lang="ko-KR" altLang="en-US" dirty="0"/>
              <a:t>환경 설정 파일에는 시스템 설정 파일과 사용자 설정 파일이 있으며</a:t>
            </a:r>
            <a:r>
              <a:rPr lang="en-US" altLang="ko-KR" dirty="0"/>
              <a:t>, </a:t>
            </a:r>
            <a:r>
              <a:rPr lang="ko-KR" altLang="en-US" dirty="0"/>
              <a:t>로그인 시 실행되어 환경을 초기화함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시스템 환경 설정 파일</a:t>
            </a:r>
          </a:p>
          <a:p>
            <a:pPr lvl="2"/>
            <a:r>
              <a:rPr lang="ko-KR" altLang="en-US" dirty="0"/>
              <a:t>시스템 환경 설정 파일은 모든 사용자의 공통 환경을 설정하며</a:t>
            </a:r>
            <a:r>
              <a:rPr lang="en-US" altLang="ko-KR" dirty="0"/>
              <a:t>, </a:t>
            </a:r>
            <a:r>
              <a:rPr lang="ko-KR" altLang="en-US" dirty="0"/>
              <a:t>로그인할 때마다 자동 실행됨</a:t>
            </a:r>
          </a:p>
          <a:p>
            <a:pPr lvl="2"/>
            <a:r>
              <a:rPr lang="ko-KR" altLang="en-US" dirty="0"/>
              <a:t>해당 파일은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 </a:t>
            </a:r>
            <a:r>
              <a:rPr lang="ko-KR" altLang="en-US" dirty="0"/>
              <a:t>디렉터리에 위치하며</a:t>
            </a:r>
            <a:r>
              <a:rPr lang="en-US" altLang="ko-KR" dirty="0"/>
              <a:t>, </a:t>
            </a:r>
            <a:r>
              <a:rPr lang="ko-KR" altLang="en-US" dirty="0"/>
              <a:t>일반 사용자는 수정할 수 없고 시스템 관리자가 관리함</a:t>
            </a:r>
          </a:p>
          <a:p>
            <a:pPr lvl="2"/>
            <a:r>
              <a:rPr lang="ko-KR" altLang="en-US" dirty="0" err="1"/>
              <a:t>배시셸에서는</a:t>
            </a:r>
            <a:r>
              <a:rPr lang="ko-KR" altLang="en-US" dirty="0"/>
              <a:t> 시스템 환경 설정 파일이 세 가지로 구분됨</a:t>
            </a:r>
          </a:p>
          <a:p>
            <a:endParaRPr lang="ko-KR" altLang="en-US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64861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B94A5-1EC6-E152-72A7-E5A0208D0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 dirty="0"/>
              <a:t>환경 설정 파일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293FE53-DF59-00AD-3BE5-BC3712D8D383}"/>
              </a:ext>
            </a:extLst>
          </p:cNvPr>
          <p:cNvGrpSpPr/>
          <p:nvPr/>
        </p:nvGrpSpPr>
        <p:grpSpPr>
          <a:xfrm>
            <a:off x="860375" y="1711883"/>
            <a:ext cx="7402562" cy="3434233"/>
            <a:chOff x="860375" y="790104"/>
            <a:chExt cx="7402562" cy="343423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3B330A6-E4C7-89FB-5E52-6D579819B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1062" y="2633662"/>
              <a:ext cx="7381875" cy="159067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4F0400B-A34C-E37A-AB3E-CF68AFB00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0375" y="790104"/>
              <a:ext cx="7324725" cy="1857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2499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1CA6F-ADBC-3490-701A-B0D1154C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 dirty="0"/>
              <a:t>환경 설정 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D60D8C-2655-3724-364C-4D561E53F95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2"/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/profile</a:t>
            </a:r>
            <a:r>
              <a:rPr lang="ko-KR" altLang="en-US" dirty="0"/>
              <a:t>과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bash.bashrc</a:t>
            </a:r>
            <a:r>
              <a:rPr lang="en-US" altLang="ko-KR" dirty="0"/>
              <a:t> </a:t>
            </a:r>
            <a:r>
              <a:rPr lang="ko-KR" altLang="en-US" dirty="0"/>
              <a:t>파일은 리눅스 업데이트 시 일관성을 위해 수정하지 않는 것이 좋음</a:t>
            </a:r>
          </a:p>
          <a:p>
            <a:pPr lvl="2"/>
            <a:r>
              <a:rPr lang="ko-KR" altLang="en-US" dirty="0"/>
              <a:t>시스템별로 환경을 다르게 설정하려면 </a:t>
            </a:r>
            <a:r>
              <a:rPr lang="en-US" altLang="ko-KR" dirty="0"/>
              <a:t>/</a:t>
            </a:r>
            <a:r>
              <a:rPr lang="en-US" altLang="ko-KR" dirty="0" err="1"/>
              <a:t>etc</a:t>
            </a:r>
            <a:r>
              <a:rPr lang="en-US" altLang="ko-KR" dirty="0"/>
              <a:t>/</a:t>
            </a:r>
            <a:r>
              <a:rPr lang="en-US" altLang="ko-KR" dirty="0" err="1"/>
              <a:t>profile.d</a:t>
            </a:r>
            <a:r>
              <a:rPr lang="en-US" altLang="ko-KR" dirty="0"/>
              <a:t> </a:t>
            </a:r>
            <a:r>
              <a:rPr lang="ko-KR" altLang="en-US" dirty="0"/>
              <a:t>디렉터리에 </a:t>
            </a:r>
            <a:r>
              <a:rPr lang="en-US" altLang="ko-KR" dirty="0"/>
              <a:t>.</a:t>
            </a:r>
            <a:r>
              <a:rPr lang="en-US" altLang="ko-KR" dirty="0" err="1"/>
              <a:t>sh</a:t>
            </a:r>
            <a:r>
              <a:rPr lang="en-US" altLang="ko-KR" dirty="0"/>
              <a:t> </a:t>
            </a:r>
            <a:r>
              <a:rPr lang="ko-KR" altLang="en-US" dirty="0"/>
              <a:t>파일을 추가하는 것이 권장됨</a:t>
            </a:r>
          </a:p>
          <a:p>
            <a:pPr marL="265425" lvl="2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77559A-A462-5CC5-8E97-DE7DE0CE5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2654002"/>
            <a:ext cx="801052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140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653CF-51FF-FC67-1030-23515482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 dirty="0"/>
              <a:t>환경 설정 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B4637-3023-2804-6C9A-D64AC7E9D25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사용자 환경 설정 파일</a:t>
            </a:r>
            <a:endParaRPr lang="en-US" altLang="ko-KR" dirty="0"/>
          </a:p>
          <a:p>
            <a:pPr lvl="2"/>
            <a:r>
              <a:rPr lang="ko-KR" altLang="en-US" dirty="0"/>
              <a:t>각 사용자의 홈 디렉터리에 숨김 파일 형태로 존재하며</a:t>
            </a:r>
            <a:r>
              <a:rPr lang="en-US" altLang="ko-KR" dirty="0"/>
              <a:t>, </a:t>
            </a:r>
            <a:r>
              <a:rPr lang="ko-KR" altLang="en-US" dirty="0"/>
              <a:t>사용자가 직접 수정하고 관리할 수 있음</a:t>
            </a:r>
          </a:p>
          <a:p>
            <a:pPr lvl="2"/>
            <a:r>
              <a:rPr lang="ko-KR" altLang="en-US" dirty="0"/>
              <a:t>로그인 시 시스템 환경 설정 파일이 먼저 실행된 후</a:t>
            </a:r>
            <a:r>
              <a:rPr lang="en-US" altLang="ko-KR" dirty="0"/>
              <a:t>, </a:t>
            </a:r>
            <a:r>
              <a:rPr lang="ko-KR" altLang="en-US" dirty="0"/>
              <a:t>사용자 환경 설정 파일이 순서대로 실행되어 사용자별 환경이 설정됨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4F1603-E376-A4F0-93E3-2142DEC87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3140968"/>
            <a:ext cx="63436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970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0AE82-EA2E-111D-724F-E448159A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 dirty="0"/>
              <a:t>환경 설정 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71912C-33F7-7935-7937-1B964EA8E75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사용자 환경 설정 파일 만들기</a:t>
            </a:r>
          </a:p>
          <a:p>
            <a:pPr lvl="2"/>
            <a:r>
              <a:rPr lang="ko-KR" altLang="en-US" dirty="0"/>
              <a:t>환경 설정 명령을 활용하여 개인화된 환경을 구성할 수 있음</a:t>
            </a:r>
          </a:p>
          <a:p>
            <a:pPr lvl="2"/>
            <a:r>
              <a:rPr lang="en-US" altLang="ko-KR" dirty="0"/>
              <a:t>vi </a:t>
            </a:r>
            <a:r>
              <a:rPr lang="ko-KR" altLang="en-US" dirty="0"/>
              <a:t>편집기로 </a:t>
            </a:r>
            <a:r>
              <a:rPr lang="en-US" altLang="ko-KR" dirty="0"/>
              <a:t>~/.</a:t>
            </a:r>
            <a:r>
              <a:rPr lang="en-US" altLang="ko-KR" dirty="0" err="1"/>
              <a:t>bash_aliases</a:t>
            </a:r>
            <a:r>
              <a:rPr lang="en-US" altLang="ko-KR" dirty="0"/>
              <a:t> </a:t>
            </a:r>
            <a:r>
              <a:rPr lang="ko-KR" altLang="en-US" dirty="0"/>
              <a:t>파일을 열어 </a:t>
            </a:r>
            <a:r>
              <a:rPr lang="ko-KR" altLang="en-US" dirty="0" err="1"/>
              <a:t>앨리어스를</a:t>
            </a:r>
            <a:r>
              <a:rPr lang="ko-KR" altLang="en-US" dirty="0"/>
              <a:t> 추가하면 됨</a:t>
            </a:r>
          </a:p>
          <a:p>
            <a:pPr lvl="2"/>
            <a:r>
              <a:rPr lang="ko-KR" altLang="en-US" dirty="0"/>
              <a:t>마지막 행 다음에 원하는 </a:t>
            </a:r>
            <a:r>
              <a:rPr lang="ko-KR" altLang="en-US" dirty="0" err="1"/>
              <a:t>앨리어스</a:t>
            </a:r>
            <a:r>
              <a:rPr lang="ko-KR" altLang="en-US" dirty="0"/>
              <a:t> 설정을 입력하여 적용할 수 있음</a:t>
            </a:r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BA83E0-89E9-CC7D-EF86-ED210B03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96952"/>
            <a:ext cx="800100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0585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08C3D-ED68-CCE4-F0D0-2D9B2A48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 dirty="0"/>
              <a:t>환경 설정 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58EC8E-744E-2084-5984-D7D025333E5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사용자 환경 설정 파일 적용하기</a:t>
            </a:r>
          </a:p>
          <a:p>
            <a:pPr lvl="2"/>
            <a:r>
              <a:rPr lang="ko-KR" altLang="en-US" dirty="0"/>
              <a:t>환경 설정 파일을 수정한 후 적용하려면 로그아웃 후 </a:t>
            </a:r>
            <a:r>
              <a:rPr lang="ko-KR" altLang="en-US" dirty="0" err="1"/>
              <a:t>재로그인하거나</a:t>
            </a:r>
            <a:r>
              <a:rPr lang="ko-KR" altLang="en-US" dirty="0"/>
              <a:t> 명령을 실행해야 함</a:t>
            </a:r>
          </a:p>
          <a:p>
            <a:pPr lvl="2"/>
            <a:r>
              <a:rPr lang="en-US" altLang="ko-KR" dirty="0"/>
              <a:t>. (</a:t>
            </a:r>
            <a:r>
              <a:rPr lang="ko-KR" altLang="en-US" dirty="0"/>
              <a:t>마침표</a:t>
            </a:r>
            <a:r>
              <a:rPr lang="en-US" altLang="ko-KR" dirty="0"/>
              <a:t>) </a:t>
            </a:r>
            <a:r>
              <a:rPr lang="ko-KR" altLang="en-US" dirty="0"/>
              <a:t>또는 </a:t>
            </a:r>
            <a:r>
              <a:rPr lang="en-US" altLang="ko-KR" dirty="0"/>
              <a:t>source </a:t>
            </a:r>
            <a:r>
              <a:rPr lang="ko-KR" altLang="en-US" dirty="0"/>
              <a:t>명령을 사용하여 변경 사항을 즉시 반영할 수 있음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328871-5D46-BF17-6024-D6C24122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2852936"/>
            <a:ext cx="79629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161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2E3EC-38FD-51B0-9216-E7FDEE6D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실습해보기 </a:t>
            </a:r>
            <a:r>
              <a:rPr lang="en-US" altLang="ko-KR" dirty="0"/>
              <a:t>5-6] </a:t>
            </a:r>
            <a:r>
              <a:rPr lang="ko-KR" altLang="en-US" dirty="0"/>
              <a:t>사용자 환경 설정하기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0CA7A5-26E4-486F-BF4F-CA6FBC04AF2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608325" lvl="2" indent="-342900">
              <a:buFont typeface="+mj-ea"/>
              <a:buAutoNum type="circleNumDbPlain"/>
            </a:pPr>
            <a:r>
              <a:rPr lang="ko-KR" altLang="en-US" dirty="0"/>
              <a:t>현재 </a:t>
            </a:r>
            <a:r>
              <a:rPr lang="en-US" altLang="ko-KR" dirty="0" err="1"/>
              <a:t>umask</a:t>
            </a:r>
            <a:r>
              <a:rPr lang="en-US" altLang="ko-KR" dirty="0"/>
              <a:t> </a:t>
            </a:r>
            <a:r>
              <a:rPr lang="ko-KR" altLang="en-US" dirty="0"/>
              <a:t>값을 확인한다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.profile </a:t>
            </a:r>
            <a:r>
              <a:rPr lang="ko-KR" altLang="en-US" dirty="0"/>
              <a:t>파일을 </a:t>
            </a:r>
            <a:r>
              <a:rPr lang="en-US" altLang="ko-KR" dirty="0"/>
              <a:t>vi</a:t>
            </a:r>
            <a:r>
              <a:rPr lang="ko-KR" altLang="en-US" dirty="0"/>
              <a:t>로 연다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.profile </a:t>
            </a:r>
            <a:r>
              <a:rPr lang="ko-KR" altLang="en-US" dirty="0"/>
              <a:t>파일의 내용에 행 번호가 보이도록 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9</a:t>
            </a:r>
            <a:r>
              <a:rPr lang="ko-KR" altLang="en-US" dirty="0"/>
              <a:t>행의 </a:t>
            </a:r>
            <a:r>
              <a:rPr lang="en-US" altLang="ko-KR" dirty="0" err="1"/>
              <a:t>umask</a:t>
            </a:r>
            <a:r>
              <a:rPr lang="en-US" altLang="ko-KR" dirty="0"/>
              <a:t> </a:t>
            </a:r>
            <a:r>
              <a:rPr lang="ko-KR" altLang="en-US" dirty="0"/>
              <a:t>앞에 있는 </a:t>
            </a:r>
            <a:r>
              <a:rPr lang="en-US" altLang="ko-KR" dirty="0"/>
              <a:t># </a:t>
            </a:r>
            <a:r>
              <a:rPr lang="ko-KR" altLang="en-US" dirty="0"/>
              <a:t>기호를 삭제한다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vi</a:t>
            </a:r>
            <a:r>
              <a:rPr lang="ko-KR" altLang="en-US" dirty="0"/>
              <a:t>를 저장하고 종료한다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.profile</a:t>
            </a:r>
            <a:r>
              <a:rPr lang="ko-KR" altLang="en-US" dirty="0"/>
              <a:t>을 적용한 후 </a:t>
            </a:r>
            <a:r>
              <a:rPr lang="en-US" altLang="ko-KR" dirty="0" err="1"/>
              <a:t>umask</a:t>
            </a:r>
            <a:r>
              <a:rPr lang="en-US" altLang="ko-KR" dirty="0"/>
              <a:t> </a:t>
            </a:r>
            <a:r>
              <a:rPr lang="ko-KR" altLang="en-US" dirty="0"/>
              <a:t>값이 수정되었는지 확인한다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.</a:t>
            </a:r>
            <a:r>
              <a:rPr lang="en-US" altLang="ko-KR" dirty="0" err="1"/>
              <a:t>bash_aliases</a:t>
            </a:r>
            <a:r>
              <a:rPr lang="en-US" altLang="ko-KR" dirty="0"/>
              <a:t> </a:t>
            </a:r>
            <a:r>
              <a:rPr lang="ko-KR" altLang="en-US" dirty="0"/>
              <a:t>파일에 </a:t>
            </a:r>
            <a:r>
              <a:rPr lang="ko-KR" altLang="en-US" dirty="0" err="1"/>
              <a:t>앨리어스를</a:t>
            </a:r>
            <a:r>
              <a:rPr lang="ko-KR" altLang="en-US" dirty="0"/>
              <a:t> 추가한다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p=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pwd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.</a:t>
            </a:r>
            <a:r>
              <a:rPr lang="en-US" altLang="ko-KR" dirty="0" err="1"/>
              <a:t>bash_aliases</a:t>
            </a:r>
            <a:r>
              <a:rPr lang="ko-KR" altLang="en-US" dirty="0"/>
              <a:t>를 적용하고 </a:t>
            </a:r>
            <a:r>
              <a:rPr lang="ko-KR" altLang="en-US" dirty="0" err="1"/>
              <a:t>앨리어스</a:t>
            </a:r>
            <a:r>
              <a:rPr lang="ko-KR" altLang="en-US" dirty="0"/>
              <a:t> </a:t>
            </a:r>
            <a:r>
              <a:rPr lang="en-US" altLang="ko-KR" dirty="0"/>
              <a:t>p</a:t>
            </a:r>
            <a:r>
              <a:rPr lang="ko-KR" altLang="en-US" dirty="0"/>
              <a:t>가 동작하는지 확인한다</a:t>
            </a:r>
            <a:r>
              <a:rPr lang="en-US" altLang="ko-KR" dirty="0"/>
              <a:t>. </a:t>
            </a:r>
          </a:p>
          <a:p>
            <a:pPr marL="608325" lvl="2" indent="-342900">
              <a:buFont typeface="+mj-ea"/>
              <a:buAutoNum type="circleNumDbPlain"/>
            </a:pPr>
            <a:r>
              <a:rPr lang="en-US" altLang="ko-KR" dirty="0"/>
              <a:t>.profile </a:t>
            </a:r>
            <a:r>
              <a:rPr lang="ko-KR" altLang="en-US" dirty="0"/>
              <a:t>파일에서 </a:t>
            </a:r>
            <a:r>
              <a:rPr lang="en-US" altLang="ko-KR" dirty="0" err="1"/>
              <a:t>umask</a:t>
            </a:r>
            <a:r>
              <a:rPr lang="ko-KR" altLang="en-US" dirty="0"/>
              <a:t>의 값을 </a:t>
            </a:r>
            <a:r>
              <a:rPr lang="en-US" altLang="ko-KR" dirty="0"/>
              <a:t>002</a:t>
            </a:r>
            <a:r>
              <a:rPr lang="ko-KR" altLang="en-US" dirty="0"/>
              <a:t>로 수정하고 저장한다</a:t>
            </a:r>
            <a:r>
              <a:rPr lang="en-US" altLang="ko-KR" dirty="0"/>
              <a:t>.</a:t>
            </a:r>
          </a:p>
          <a:p>
            <a:pPr marL="608325" lvl="2" indent="-342900">
              <a:buFont typeface="+mj-ea"/>
              <a:buAutoNum type="circleNumDbPlain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4704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76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16028</TotalTime>
  <Words>3016</Words>
  <Application>Microsoft Office PowerPoint</Application>
  <PresentationFormat>화면 슬라이드 쇼(4:3)</PresentationFormat>
  <Paragraphs>531</Paragraphs>
  <Slides>78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78</vt:i4>
      </vt:variant>
    </vt:vector>
  </HeadingPairs>
  <TitlesOfParts>
    <vt:vector size="88" baseType="lpstr">
      <vt:lpstr>Adobe Kaiti Std R</vt:lpstr>
      <vt:lpstr>D2Coding</vt:lpstr>
      <vt:lpstr>HelveticaNeue-Light</vt:lpstr>
      <vt:lpstr>HY견고딕</vt:lpstr>
      <vt:lpstr>HY헤드라인M</vt:lpstr>
      <vt:lpstr>YDVYGOStd12</vt:lpstr>
      <vt:lpstr>맑은 고딕</vt:lpstr>
      <vt:lpstr>Arial</vt:lpstr>
      <vt:lpstr>Wingdings</vt:lpstr>
      <vt:lpstr>Office 테마</vt:lpstr>
      <vt:lpstr>CHAPTER 05. 셸 사용법</vt:lpstr>
      <vt:lpstr>PowerPoint 프레젠테이션</vt:lpstr>
      <vt:lpstr>PowerPoint 프레젠테이션</vt:lpstr>
      <vt:lpstr>PowerPoint 프레젠테이션</vt:lpstr>
      <vt:lpstr>01 셸의 기능과 종류</vt:lpstr>
      <vt:lpstr>01 셸의 기능과 종류</vt:lpstr>
      <vt:lpstr>01 셸의 기능과 종류</vt:lpstr>
      <vt:lpstr>01 셸의 기능과 종류</vt:lpstr>
      <vt:lpstr>01 셸의 기능과 종류</vt:lpstr>
      <vt:lpstr>PowerPoint 프레젠테이션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[실습해보기 5-1] 셸 변경과 내장 명령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[실습해보기 5-2] 특수문자 사용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02 셸 기본 사용법</vt:lpstr>
      <vt:lpstr>[실습해보기 5-3] 변수 설정하기</vt:lpstr>
      <vt:lpstr>PowerPoint 프레젠테이션</vt:lpstr>
      <vt:lpstr>03 입출력 방향 변경</vt:lpstr>
      <vt:lpstr>03 입출력 방향 변경</vt:lpstr>
      <vt:lpstr>03 입출력 방향 변경</vt:lpstr>
      <vt:lpstr>03 입출력 방향 변경</vt:lpstr>
      <vt:lpstr>03 입출력 방향 변경</vt:lpstr>
      <vt:lpstr>03 입출력 방향 변경</vt:lpstr>
      <vt:lpstr>03 입출력 방향 변경</vt:lpstr>
      <vt:lpstr>03 입출력 방향 변경</vt:lpstr>
      <vt:lpstr>03 입출력 방향 변경</vt:lpstr>
      <vt:lpstr>03 입출력 방향 변경</vt:lpstr>
      <vt:lpstr>03 입출력 방향 변경</vt:lpstr>
      <vt:lpstr>03 입출력 방향 변경</vt:lpstr>
      <vt:lpstr>[실습해보기 5-4] 입출력 방향 변경</vt:lpstr>
      <vt:lpstr>PowerPoint 프레젠테이션</vt:lpstr>
      <vt:lpstr>04 앨리어스와 히스토리</vt:lpstr>
      <vt:lpstr>04 앨리어스와 히스토리</vt:lpstr>
      <vt:lpstr>04 앨리어스와 히스토리</vt:lpstr>
      <vt:lpstr>04 앨리어스와 히스토리</vt:lpstr>
      <vt:lpstr>04 앨리어스와 히스토리</vt:lpstr>
      <vt:lpstr>04 앨리어스와 히스토리</vt:lpstr>
      <vt:lpstr>04 앨리어스와 히스토리</vt:lpstr>
      <vt:lpstr>04 앨리어스와 히스토리</vt:lpstr>
      <vt:lpstr>04 앨리어스와 히스토리</vt:lpstr>
      <vt:lpstr>04 앨리어스와 히스토리</vt:lpstr>
      <vt:lpstr>04 앨리어스와 히스토리</vt:lpstr>
      <vt:lpstr>[실습해보기 5-5] 앨리어스와 히스토리</vt:lpstr>
      <vt:lpstr>PowerPoint 프레젠테이션</vt:lpstr>
      <vt:lpstr>05 프롬프트 설정</vt:lpstr>
      <vt:lpstr>05 프롬프트 설정</vt:lpstr>
      <vt:lpstr>05 프롬프트 설정</vt:lpstr>
      <vt:lpstr>05 프롬프트 설정</vt:lpstr>
      <vt:lpstr>05 프롬프트 설정</vt:lpstr>
      <vt:lpstr>05 프롬프트 설정</vt:lpstr>
      <vt:lpstr>PowerPoint 프레젠테이션</vt:lpstr>
      <vt:lpstr>06 환경 설정 파일</vt:lpstr>
      <vt:lpstr>06 환경 설정 파일</vt:lpstr>
      <vt:lpstr>06 환경 설정 파일</vt:lpstr>
      <vt:lpstr>06 환경 설정 파일</vt:lpstr>
      <vt:lpstr>06 환경 설정 파일</vt:lpstr>
      <vt:lpstr>06 환경 설정 파일</vt:lpstr>
      <vt:lpstr>[실습해보기 5-6] 사용자 환경 설정하기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오세종;신현석</dc:creator>
  <cp:lastModifiedBy>마케팅팀</cp:lastModifiedBy>
  <cp:revision>1072</cp:revision>
  <dcterms:created xsi:type="dcterms:W3CDTF">2012-07-11T10:23:22Z</dcterms:created>
  <dcterms:modified xsi:type="dcterms:W3CDTF">2025-02-23T18:39:07Z</dcterms:modified>
</cp:coreProperties>
</file>